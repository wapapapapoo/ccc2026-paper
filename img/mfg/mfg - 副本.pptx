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21599525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4C00"/>
    <a:srgbClr val="BA7536"/>
    <a:srgbClr val="AF6019"/>
    <a:srgbClr val="629CC8"/>
    <a:srgbClr val="F6D1B2"/>
    <a:srgbClr val="F4C49C"/>
    <a:srgbClr val="EFAA73"/>
    <a:srgbClr val="F9AA5C"/>
    <a:srgbClr val="BDD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-1029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E81C0-F71D-4D6E-A392-2F8B37C137E8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1275" y="1143000"/>
            <a:ext cx="6940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BA509-FC04-4843-91B8-59C15335E2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04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1275" y="1143000"/>
            <a:ext cx="69405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BA509-FC04-4843-91B8-59C15335E2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12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571308"/>
            <a:ext cx="16199644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5042853"/>
            <a:ext cx="16199644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65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77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393634"/>
            <a:ext cx="1862959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6425249"/>
            <a:ext cx="1862959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19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555875"/>
            <a:ext cx="9179798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555875"/>
            <a:ext cx="9179798" cy="6091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67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511176"/>
            <a:ext cx="18629590" cy="1855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353628"/>
            <a:ext cx="9137611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507105"/>
            <a:ext cx="9137611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353628"/>
            <a:ext cx="9182611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507105"/>
            <a:ext cx="9182611" cy="51584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0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95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23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40080"/>
            <a:ext cx="6966408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382396"/>
            <a:ext cx="1093476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880360"/>
            <a:ext cx="6966408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166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640080"/>
            <a:ext cx="6966408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382396"/>
            <a:ext cx="1093476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2880360"/>
            <a:ext cx="6966408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13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942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511175"/>
            <a:ext cx="4657398" cy="81365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511175"/>
            <a:ext cx="13702199" cy="81365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30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511176"/>
            <a:ext cx="1862959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555875"/>
            <a:ext cx="1862959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8898891"/>
            <a:ext cx="485989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20577-D644-4B8C-B08C-0317636C5EBA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8898891"/>
            <a:ext cx="72898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8898891"/>
            <a:ext cx="4859893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1C99E-C035-4FA0-AE15-CDA9D8398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33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组合 91">
            <a:extLst>
              <a:ext uri="{FF2B5EF4-FFF2-40B4-BE49-F238E27FC236}">
                <a16:creationId xmlns:a16="http://schemas.microsoft.com/office/drawing/2014/main" id="{724E8A39-561F-BE22-8B5F-7171B287054E}"/>
              </a:ext>
            </a:extLst>
          </p:cNvPr>
          <p:cNvGrpSpPr/>
          <p:nvPr/>
        </p:nvGrpSpPr>
        <p:grpSpPr>
          <a:xfrm>
            <a:off x="12150291" y="2735220"/>
            <a:ext cx="1543362" cy="4703289"/>
            <a:chOff x="4324176" y="2894963"/>
            <a:chExt cx="1548713" cy="4609583"/>
          </a:xfrm>
          <a:solidFill>
            <a:srgbClr val="F6D1B2"/>
          </a:solidFill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A4ACF010-0E9A-976E-482F-16016FEC7AE5}"/>
                </a:ext>
              </a:extLst>
            </p:cNvPr>
            <p:cNvSpPr/>
            <p:nvPr/>
          </p:nvSpPr>
          <p:spPr>
            <a:xfrm>
              <a:off x="4324176" y="2894963"/>
              <a:ext cx="1548713" cy="38911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矩形: 圆顶角 93">
              <a:extLst>
                <a:ext uri="{FF2B5EF4-FFF2-40B4-BE49-F238E27FC236}">
                  <a16:creationId xmlns:a16="http://schemas.microsoft.com/office/drawing/2014/main" id="{391DB038-57DF-8607-F6BA-43D8E0DBBD5F}"/>
                </a:ext>
              </a:extLst>
            </p:cNvPr>
            <p:cNvSpPr/>
            <p:nvPr/>
          </p:nvSpPr>
          <p:spPr>
            <a:xfrm rot="10800000">
              <a:off x="4324176" y="6786180"/>
              <a:ext cx="1548711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89B295C-0969-B53D-D341-0024546DC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454" y="4156590"/>
            <a:ext cx="1821426" cy="18214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454EE98-1A3B-210F-F395-9F34BCAFD8F6}"/>
              </a:ext>
            </a:extLst>
          </p:cNvPr>
          <p:cNvSpPr txBox="1"/>
          <p:nvPr/>
        </p:nvSpPr>
        <p:spPr>
          <a:xfrm>
            <a:off x="1046102" y="5969515"/>
            <a:ext cx="1825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Superpixel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AACC0FE-FBC6-F282-B797-25A17D65217E}"/>
              </a:ext>
            </a:extLst>
          </p:cNvPr>
          <p:cNvSpPr/>
          <p:nvPr/>
        </p:nvSpPr>
        <p:spPr>
          <a:xfrm>
            <a:off x="3485422" y="4609002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D8642520-7937-2B81-B568-AC2CC3FCFBD0}"/>
              </a:ext>
            </a:extLst>
          </p:cNvPr>
          <p:cNvGrpSpPr/>
          <p:nvPr/>
        </p:nvGrpSpPr>
        <p:grpSpPr>
          <a:xfrm>
            <a:off x="3408334" y="2217472"/>
            <a:ext cx="1409090" cy="718366"/>
            <a:chOff x="2554856" y="2194253"/>
            <a:chExt cx="1409090" cy="718366"/>
          </a:xfrm>
        </p:grpSpPr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DC740EEB-73CC-EE36-2B33-6D234BAE11BC}"/>
                </a:ext>
              </a:extLst>
            </p:cNvPr>
            <p:cNvSpPr/>
            <p:nvPr/>
          </p:nvSpPr>
          <p:spPr>
            <a:xfrm>
              <a:off x="2554857" y="2194253"/>
              <a:ext cx="1409089" cy="718366"/>
            </a:xfrm>
            <a:prstGeom prst="round2SameRect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CBFA58C-B661-A7FA-87B7-661EF233423A}"/>
                </a:ext>
              </a:extLst>
            </p:cNvPr>
            <p:cNvSpPr txBox="1"/>
            <p:nvPr/>
          </p:nvSpPr>
          <p:spPr>
            <a:xfrm>
              <a:off x="2554856" y="2291826"/>
              <a:ext cx="14090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Five Factors</a:t>
              </a:r>
            </a:p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 a </a:t>
              </a:r>
              <a:r>
                <a:rPr lang="en-US" altLang="zh-CN" sz="1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Superpixel</a:t>
              </a:r>
              <a:endPara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A221B3B-684E-EDBD-C1BC-9C73B7DF56B2}"/>
              </a:ext>
            </a:extLst>
          </p:cNvPr>
          <p:cNvGrpSpPr/>
          <p:nvPr/>
        </p:nvGrpSpPr>
        <p:grpSpPr>
          <a:xfrm>
            <a:off x="3407733" y="2912621"/>
            <a:ext cx="1409092" cy="4189369"/>
            <a:chOff x="2554855" y="2912619"/>
            <a:chExt cx="1409092" cy="4189369"/>
          </a:xfrm>
          <a:solidFill>
            <a:srgbClr val="BDD4EA"/>
          </a:solidFill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BBD1BA-7A32-23BF-8ACA-56F64F2D0434}"/>
                </a:ext>
              </a:extLst>
            </p:cNvPr>
            <p:cNvSpPr/>
            <p:nvPr/>
          </p:nvSpPr>
          <p:spPr>
            <a:xfrm>
              <a:off x="2554857" y="2912619"/>
              <a:ext cx="1409090" cy="3873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D06BEE06-90BD-183E-B5B6-10330CBCCA4D}"/>
                </a:ext>
              </a:extLst>
            </p:cNvPr>
            <p:cNvSpPr/>
            <p:nvPr/>
          </p:nvSpPr>
          <p:spPr>
            <a:xfrm rot="10800000">
              <a:off x="2554855" y="6383622"/>
              <a:ext cx="1409088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C7BC707-8C4F-DBAB-3DD5-AF6C6A7BB94A}"/>
              </a:ext>
            </a:extLst>
          </p:cNvPr>
          <p:cNvSpPr/>
          <p:nvPr/>
        </p:nvSpPr>
        <p:spPr>
          <a:xfrm>
            <a:off x="3485422" y="3864913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25821D8-CDE5-7571-598D-DF9781AF75DD}"/>
              </a:ext>
            </a:extLst>
          </p:cNvPr>
          <p:cNvSpPr/>
          <p:nvPr/>
        </p:nvSpPr>
        <p:spPr>
          <a:xfrm>
            <a:off x="3485422" y="3152726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F727200-BD4C-3632-79DC-FF9C732B7913}"/>
              </a:ext>
            </a:extLst>
          </p:cNvPr>
          <p:cNvSpPr/>
          <p:nvPr/>
        </p:nvSpPr>
        <p:spPr>
          <a:xfrm>
            <a:off x="3485422" y="5316799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CFF75C-5757-90BD-0C88-17C2323EACCB}"/>
              </a:ext>
            </a:extLst>
          </p:cNvPr>
          <p:cNvSpPr txBox="1"/>
          <p:nvPr/>
        </p:nvSpPr>
        <p:spPr>
          <a:xfrm>
            <a:off x="3485422" y="3171156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Color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82F2D-FB9F-7935-519B-E3BE854B3EF9}"/>
              </a:ext>
            </a:extLst>
          </p:cNvPr>
          <p:cNvSpPr txBox="1"/>
          <p:nvPr/>
        </p:nvSpPr>
        <p:spPr>
          <a:xfrm>
            <a:off x="3503623" y="5335302"/>
            <a:ext cx="121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Scale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D390141-5080-23E1-FF10-B6C7389C6E07}"/>
              </a:ext>
            </a:extLst>
          </p:cNvPr>
          <p:cNvSpPr/>
          <p:nvPr/>
        </p:nvSpPr>
        <p:spPr>
          <a:xfrm>
            <a:off x="3485422" y="6228563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3368C8-440A-7D0C-07C1-F6A4D6A964E6}"/>
              </a:ext>
            </a:extLst>
          </p:cNvPr>
          <p:cNvSpPr txBox="1"/>
          <p:nvPr/>
        </p:nvSpPr>
        <p:spPr>
          <a:xfrm>
            <a:off x="3485422" y="6244613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Position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ECE31B9-6730-8A0B-50C5-66361958BFC9}"/>
              </a:ext>
            </a:extLst>
          </p:cNvPr>
          <p:cNvSpPr txBox="1"/>
          <p:nvPr/>
        </p:nvSpPr>
        <p:spPr>
          <a:xfrm>
            <a:off x="3485422" y="3888562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Texture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CAE4AC8-8CD5-00AD-3ED5-99655E0A84E0}"/>
              </a:ext>
            </a:extLst>
          </p:cNvPr>
          <p:cNvGrpSpPr/>
          <p:nvPr/>
        </p:nvGrpSpPr>
        <p:grpSpPr>
          <a:xfrm>
            <a:off x="5206084" y="2684484"/>
            <a:ext cx="1548713" cy="4703289"/>
            <a:chOff x="4324176" y="2894963"/>
            <a:chExt cx="1548713" cy="4609583"/>
          </a:xfrm>
          <a:solidFill>
            <a:srgbClr val="F6D1B2"/>
          </a:solidFill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384754F-D22E-18B1-172F-AC87C15FE785}"/>
                </a:ext>
              </a:extLst>
            </p:cNvPr>
            <p:cNvSpPr/>
            <p:nvPr/>
          </p:nvSpPr>
          <p:spPr>
            <a:xfrm>
              <a:off x="4324176" y="2894963"/>
              <a:ext cx="1548713" cy="38911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矩形: 圆顶角 30">
              <a:extLst>
                <a:ext uri="{FF2B5EF4-FFF2-40B4-BE49-F238E27FC236}">
                  <a16:creationId xmlns:a16="http://schemas.microsoft.com/office/drawing/2014/main" id="{58356C07-B0AB-BFFE-47D2-33F4C34D34C7}"/>
                </a:ext>
              </a:extLst>
            </p:cNvPr>
            <p:cNvSpPr/>
            <p:nvPr/>
          </p:nvSpPr>
          <p:spPr>
            <a:xfrm rot="10800000">
              <a:off x="4324176" y="6786180"/>
              <a:ext cx="1548711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1A3748F-EDB7-A2F5-117A-9C63737EC4CC}"/>
              </a:ext>
            </a:extLst>
          </p:cNvPr>
          <p:cNvGrpSpPr/>
          <p:nvPr/>
        </p:nvGrpSpPr>
        <p:grpSpPr>
          <a:xfrm>
            <a:off x="4739126" y="3315393"/>
            <a:ext cx="616689" cy="823008"/>
            <a:chOff x="3886246" y="3235566"/>
            <a:chExt cx="616689" cy="823008"/>
          </a:xfrm>
        </p:grpSpPr>
        <p:sp>
          <p:nvSpPr>
            <p:cNvPr id="33" name="箭头: 圆角右 32">
              <a:extLst>
                <a:ext uri="{FF2B5EF4-FFF2-40B4-BE49-F238E27FC236}">
                  <a16:creationId xmlns:a16="http://schemas.microsoft.com/office/drawing/2014/main" id="{5CC256FB-9D28-93D2-CAAF-1A0289CF3AC7}"/>
                </a:ext>
              </a:extLst>
            </p:cNvPr>
            <p:cNvSpPr/>
            <p:nvPr/>
          </p:nvSpPr>
          <p:spPr>
            <a:xfrm rot="5400000">
              <a:off x="3842411" y="3279401"/>
              <a:ext cx="434585" cy="346915"/>
            </a:xfrm>
            <a:prstGeom prst="ben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箭头: 圆角右 33">
              <a:extLst>
                <a:ext uri="{FF2B5EF4-FFF2-40B4-BE49-F238E27FC236}">
                  <a16:creationId xmlns:a16="http://schemas.microsoft.com/office/drawing/2014/main" id="{69981F0D-8E1B-FF71-DC7C-8B6A0E6A83D9}"/>
                </a:ext>
              </a:extLst>
            </p:cNvPr>
            <p:cNvSpPr/>
            <p:nvPr/>
          </p:nvSpPr>
          <p:spPr>
            <a:xfrm rot="16200000" flipV="1">
              <a:off x="3842411" y="3667824"/>
              <a:ext cx="434585" cy="346915"/>
            </a:xfrm>
            <a:prstGeom prst="ben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1E600F39-8439-FC47-580D-01C09BCF0156}"/>
                </a:ext>
              </a:extLst>
            </p:cNvPr>
            <p:cNvSpPr/>
            <p:nvPr/>
          </p:nvSpPr>
          <p:spPr>
            <a:xfrm>
              <a:off x="4021232" y="3515164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FA5A10C-0749-98E2-DEC9-E5D99747EED5}"/>
                </a:ext>
              </a:extLst>
            </p:cNvPr>
            <p:cNvSpPr/>
            <p:nvPr/>
          </p:nvSpPr>
          <p:spPr>
            <a:xfrm>
              <a:off x="4190124" y="3508277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箭头: 右 36">
              <a:extLst>
                <a:ext uri="{FF2B5EF4-FFF2-40B4-BE49-F238E27FC236}">
                  <a16:creationId xmlns:a16="http://schemas.microsoft.com/office/drawing/2014/main" id="{C33E612A-B1EE-CD92-12F5-F50C465B27F3}"/>
                </a:ext>
              </a:extLst>
            </p:cNvPr>
            <p:cNvSpPr/>
            <p:nvPr/>
          </p:nvSpPr>
          <p:spPr>
            <a:xfrm>
              <a:off x="4136247" y="3566329"/>
              <a:ext cx="366688" cy="173114"/>
            </a:xfrm>
            <a:prstGeom prst="righ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672ABC3-F505-B9DE-7E7A-F68C8951FAD0}"/>
              </a:ext>
            </a:extLst>
          </p:cNvPr>
          <p:cNvGrpSpPr/>
          <p:nvPr/>
        </p:nvGrpSpPr>
        <p:grpSpPr>
          <a:xfrm>
            <a:off x="4739126" y="4773362"/>
            <a:ext cx="616689" cy="823008"/>
            <a:chOff x="3886246" y="3235566"/>
            <a:chExt cx="616689" cy="823008"/>
          </a:xfrm>
        </p:grpSpPr>
        <p:sp>
          <p:nvSpPr>
            <p:cNvPr id="40" name="箭头: 圆角右 39">
              <a:extLst>
                <a:ext uri="{FF2B5EF4-FFF2-40B4-BE49-F238E27FC236}">
                  <a16:creationId xmlns:a16="http://schemas.microsoft.com/office/drawing/2014/main" id="{BA3E3469-55CA-5501-50CE-966E92EBCA2E}"/>
                </a:ext>
              </a:extLst>
            </p:cNvPr>
            <p:cNvSpPr/>
            <p:nvPr/>
          </p:nvSpPr>
          <p:spPr>
            <a:xfrm rot="5400000">
              <a:off x="3842411" y="3279401"/>
              <a:ext cx="434585" cy="346915"/>
            </a:xfrm>
            <a:prstGeom prst="ben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箭头: 圆角右 40">
              <a:extLst>
                <a:ext uri="{FF2B5EF4-FFF2-40B4-BE49-F238E27FC236}">
                  <a16:creationId xmlns:a16="http://schemas.microsoft.com/office/drawing/2014/main" id="{AE1B0A61-8602-A93C-7863-E620B253C1DC}"/>
                </a:ext>
              </a:extLst>
            </p:cNvPr>
            <p:cNvSpPr/>
            <p:nvPr/>
          </p:nvSpPr>
          <p:spPr>
            <a:xfrm rot="16200000" flipV="1">
              <a:off x="3842411" y="3667824"/>
              <a:ext cx="434585" cy="346915"/>
            </a:xfrm>
            <a:prstGeom prst="bentArrow">
              <a:avLst>
                <a:gd name="adj1" fmla="val 25000"/>
                <a:gd name="adj2" fmla="val 25300"/>
                <a:gd name="adj3" fmla="val 25000"/>
                <a:gd name="adj4" fmla="val 43750"/>
              </a:avLst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642BB47-1A22-661A-F822-334C6DB0A11D}"/>
                </a:ext>
              </a:extLst>
            </p:cNvPr>
            <p:cNvSpPr/>
            <p:nvPr/>
          </p:nvSpPr>
          <p:spPr>
            <a:xfrm>
              <a:off x="4021232" y="3515164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C2E118AC-EADA-B012-78E0-C8E5FD540DC3}"/>
                </a:ext>
              </a:extLst>
            </p:cNvPr>
            <p:cNvSpPr/>
            <p:nvPr/>
          </p:nvSpPr>
          <p:spPr>
            <a:xfrm>
              <a:off x="4190124" y="3508277"/>
              <a:ext cx="81311" cy="2638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箭头: 右 43">
              <a:extLst>
                <a:ext uri="{FF2B5EF4-FFF2-40B4-BE49-F238E27FC236}">
                  <a16:creationId xmlns:a16="http://schemas.microsoft.com/office/drawing/2014/main" id="{DFF5E01E-4A7D-DDC0-0C1B-8C6E5AB8DE2A}"/>
                </a:ext>
              </a:extLst>
            </p:cNvPr>
            <p:cNvSpPr/>
            <p:nvPr/>
          </p:nvSpPr>
          <p:spPr>
            <a:xfrm>
              <a:off x="4136247" y="3566329"/>
              <a:ext cx="366688" cy="173114"/>
            </a:xfrm>
            <a:prstGeom prst="rightArrow">
              <a:avLst/>
            </a:prstGeom>
            <a:solidFill>
              <a:srgbClr val="629C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7" name="箭头: 右 56">
            <a:extLst>
              <a:ext uri="{FF2B5EF4-FFF2-40B4-BE49-F238E27FC236}">
                <a16:creationId xmlns:a16="http://schemas.microsoft.com/office/drawing/2014/main" id="{5DB16644-9B6B-0AA4-5C91-85698D7B6D02}"/>
              </a:ext>
            </a:extLst>
          </p:cNvPr>
          <p:cNvSpPr/>
          <p:nvPr/>
        </p:nvSpPr>
        <p:spPr>
          <a:xfrm>
            <a:off x="4734098" y="6401621"/>
            <a:ext cx="617808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250F4BA-55B2-B381-CF82-99CBE6B606E4}"/>
              </a:ext>
            </a:extLst>
          </p:cNvPr>
          <p:cNvGrpSpPr/>
          <p:nvPr/>
        </p:nvGrpSpPr>
        <p:grpSpPr>
          <a:xfrm>
            <a:off x="5206083" y="2016212"/>
            <a:ext cx="1570983" cy="718366"/>
            <a:chOff x="4324175" y="2194253"/>
            <a:chExt cx="1570983" cy="718366"/>
          </a:xfrm>
        </p:grpSpPr>
        <p:sp>
          <p:nvSpPr>
            <p:cNvPr id="32" name="矩形: 圆顶角 31">
              <a:extLst>
                <a:ext uri="{FF2B5EF4-FFF2-40B4-BE49-F238E27FC236}">
                  <a16:creationId xmlns:a16="http://schemas.microsoft.com/office/drawing/2014/main" id="{EF3F3B26-4E73-EC19-AECC-3E9DF79D4C73}"/>
                </a:ext>
              </a:extLst>
            </p:cNvPr>
            <p:cNvSpPr/>
            <p:nvPr/>
          </p:nvSpPr>
          <p:spPr>
            <a:xfrm>
              <a:off x="4324175" y="2194253"/>
              <a:ext cx="1548712" cy="718366"/>
            </a:xfrm>
            <a:prstGeom prst="round2SameRect">
              <a:avLst/>
            </a:prstGeom>
            <a:solidFill>
              <a:srgbClr val="BA753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F13D09B-FB77-C1F3-2053-AC5CFEE54B0A}"/>
                </a:ext>
              </a:extLst>
            </p:cNvPr>
            <p:cNvSpPr txBox="1"/>
            <p:nvPr/>
          </p:nvSpPr>
          <p:spPr>
            <a:xfrm>
              <a:off x="4346445" y="2291826"/>
              <a:ext cx="15487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Superpixels</a:t>
              </a: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</a:p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</a:t>
              </a:r>
              <a:r>
                <a:rPr lang="zh-CN" altLang="en-US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Carrier </a:t>
              </a:r>
              <a:endParaRPr lang="zh-CN" alt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箭头: 右 2">
            <a:extLst>
              <a:ext uri="{FF2B5EF4-FFF2-40B4-BE49-F238E27FC236}">
                <a16:creationId xmlns:a16="http://schemas.microsoft.com/office/drawing/2014/main" id="{E3AC9024-4B54-7886-8A39-ADA418A10881}"/>
              </a:ext>
            </a:extLst>
          </p:cNvPr>
          <p:cNvSpPr/>
          <p:nvPr/>
        </p:nvSpPr>
        <p:spPr>
          <a:xfrm>
            <a:off x="2872884" y="4795598"/>
            <a:ext cx="535732" cy="543410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7C4C1C2-C4B6-4CBA-8782-E514C01051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9681" y="6104754"/>
            <a:ext cx="1143665" cy="808233"/>
          </a:xfrm>
          <a:prstGeom prst="rect">
            <a:avLst/>
          </a:prstGeom>
        </p:spPr>
      </p:pic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D174C89-9232-971E-6E38-3CEC994E80B6}"/>
              </a:ext>
            </a:extLst>
          </p:cNvPr>
          <p:cNvSpPr/>
          <p:nvPr/>
        </p:nvSpPr>
        <p:spPr>
          <a:xfrm>
            <a:off x="3491705" y="4630974"/>
            <a:ext cx="1253719" cy="44226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630E75-CBDE-574B-A057-08C5DD560486}"/>
              </a:ext>
            </a:extLst>
          </p:cNvPr>
          <p:cNvSpPr txBox="1"/>
          <p:nvPr/>
        </p:nvSpPr>
        <p:spPr>
          <a:xfrm>
            <a:off x="3479139" y="4653132"/>
            <a:ext cx="1253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29CC8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Shape</a:t>
            </a:r>
            <a:endParaRPr lang="zh-CN" altLang="en-US" sz="2000" dirty="0">
              <a:solidFill>
                <a:srgbClr val="629CC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D80F6BE3-36B0-323D-4FF5-3FDB63768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80" y="3343434"/>
            <a:ext cx="1143667" cy="808234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740FC0BE-7E23-2AC3-7172-A8C18D2B2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729" y="4759821"/>
            <a:ext cx="1133564" cy="802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01321A5-885A-E4E7-DB45-FA6DD2F891AC}"/>
                  </a:ext>
                </a:extLst>
              </p:cNvPr>
              <p:cNvSpPr txBox="1"/>
              <p:nvPr/>
            </p:nvSpPr>
            <p:spPr>
              <a:xfrm>
                <a:off x="5242877" y="3001499"/>
                <a:ext cx="15172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04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Pixel Features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rgbClr val="A04C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endParaRPr lang="en-US" altLang="zh-CN" sz="1400" dirty="0">
                  <a:solidFill>
                    <a:srgbClr val="A04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01321A5-885A-E4E7-DB45-FA6DD2F89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877" y="3001499"/>
                <a:ext cx="1517273" cy="307777"/>
              </a:xfrm>
              <a:prstGeom prst="rect">
                <a:avLst/>
              </a:prstGeom>
              <a:blipFill>
                <a:blip r:embed="rId7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16B4975-D25C-5E6C-F5A5-1EFF76269B7E}"/>
                  </a:ext>
                </a:extLst>
              </p:cNvPr>
              <p:cNvSpPr txBox="1"/>
              <p:nvPr/>
            </p:nvSpPr>
            <p:spPr>
              <a:xfrm>
                <a:off x="5242877" y="4431790"/>
                <a:ext cx="15172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04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Affinity Matrix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rgbClr val="A04C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altLang="zh-CN" sz="1400" dirty="0">
                  <a:solidFill>
                    <a:srgbClr val="A04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16B4975-D25C-5E6C-F5A5-1EFF76269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877" y="4431790"/>
                <a:ext cx="1517273" cy="307777"/>
              </a:xfrm>
              <a:prstGeom prst="rect">
                <a:avLst/>
              </a:prstGeom>
              <a:blipFill>
                <a:blip r:embed="rId8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2709DF5-3206-0727-5F4C-A165EBC67149}"/>
                  </a:ext>
                </a:extLst>
              </p:cNvPr>
              <p:cNvSpPr txBox="1"/>
              <p:nvPr/>
            </p:nvSpPr>
            <p:spPr>
              <a:xfrm>
                <a:off x="5183596" y="5796977"/>
                <a:ext cx="16358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04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Absolute Position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rgbClr val="A04C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endParaRPr lang="en-US" altLang="zh-CN" sz="1400" dirty="0">
                  <a:solidFill>
                    <a:srgbClr val="A04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A2709DF5-3206-0727-5F4C-A165EBC67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596" y="5796977"/>
                <a:ext cx="1635835" cy="307777"/>
              </a:xfrm>
              <a:prstGeom prst="rect">
                <a:avLst/>
              </a:prstGeom>
              <a:blipFill>
                <a:blip r:embed="rId9"/>
                <a:stretch>
                  <a:fillRect l="-743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箭头: 右 67">
            <a:extLst>
              <a:ext uri="{FF2B5EF4-FFF2-40B4-BE49-F238E27FC236}">
                <a16:creationId xmlns:a16="http://schemas.microsoft.com/office/drawing/2014/main" id="{AAFFDE8E-9A57-BBD4-DA62-9F2734427BF4}"/>
              </a:ext>
            </a:extLst>
          </p:cNvPr>
          <p:cNvSpPr/>
          <p:nvPr/>
        </p:nvSpPr>
        <p:spPr>
          <a:xfrm>
            <a:off x="9063233" y="5092499"/>
            <a:ext cx="421001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54FB6B21-C649-1E18-CC18-2E0510971E1D}"/>
              </a:ext>
            </a:extLst>
          </p:cNvPr>
          <p:cNvGrpSpPr/>
          <p:nvPr/>
        </p:nvGrpSpPr>
        <p:grpSpPr>
          <a:xfrm>
            <a:off x="9490754" y="4752758"/>
            <a:ext cx="853877" cy="864219"/>
            <a:chOff x="10169058" y="5046073"/>
            <a:chExt cx="853877" cy="864219"/>
          </a:xfrm>
        </p:grpSpPr>
        <p:pic>
          <p:nvPicPr>
            <p:cNvPr id="72" name="图片 71">
              <a:extLst>
                <a:ext uri="{FF2B5EF4-FFF2-40B4-BE49-F238E27FC236}">
                  <a16:creationId xmlns:a16="http://schemas.microsoft.com/office/drawing/2014/main" id="{B0BD5D1D-F232-33AD-1D6F-571F5FD9C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75" t="8475" r="3990" b="5638"/>
            <a:stretch>
              <a:fillRect/>
            </a:stretch>
          </p:blipFill>
          <p:spPr>
            <a:xfrm>
              <a:off x="10262346" y="5046073"/>
              <a:ext cx="760589" cy="76074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74" name="图片 73">
              <a:extLst>
                <a:ext uri="{FF2B5EF4-FFF2-40B4-BE49-F238E27FC236}">
                  <a16:creationId xmlns:a16="http://schemas.microsoft.com/office/drawing/2014/main" id="{F5742799-6A6A-55F5-A769-BBE5E0BAD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50" t="8425" r="3915" b="5688"/>
            <a:stretch>
              <a:fillRect/>
            </a:stretch>
          </p:blipFill>
          <p:spPr>
            <a:xfrm>
              <a:off x="10221369" y="5104125"/>
              <a:ext cx="760588" cy="76074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4CF796E5-0EE2-1DB6-8A1C-C019E121B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16" t="8960" r="3997" b="5488"/>
            <a:stretch>
              <a:fillRect/>
            </a:stretch>
          </p:blipFill>
          <p:spPr>
            <a:xfrm>
              <a:off x="10169058" y="5160421"/>
              <a:ext cx="760588" cy="74987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C2C868B-E975-9822-6DB7-5DF8131D38E9}"/>
                  </a:ext>
                </a:extLst>
              </p:cNvPr>
              <p:cNvSpPr txBox="1"/>
              <p:nvPr/>
            </p:nvSpPr>
            <p:spPr>
              <a:xfrm>
                <a:off x="9088924" y="5569795"/>
                <a:ext cx="175082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Seed-Centered Local Affinity Map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9C2C868B-E975-9822-6DB7-5DF8131D3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924" y="5569795"/>
                <a:ext cx="1750823" cy="523220"/>
              </a:xfrm>
              <a:prstGeom prst="rect">
                <a:avLst/>
              </a:prstGeom>
              <a:blipFill>
                <a:blip r:embed="rId13"/>
                <a:stretch>
                  <a:fillRect t="-2326" r="-2091" b="-10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箭头: 右 78">
            <a:extLst>
              <a:ext uri="{FF2B5EF4-FFF2-40B4-BE49-F238E27FC236}">
                <a16:creationId xmlns:a16="http://schemas.microsoft.com/office/drawing/2014/main" id="{4E9B0F94-C190-7FC1-9BE4-598036560DB2}"/>
              </a:ext>
            </a:extLst>
          </p:cNvPr>
          <p:cNvSpPr/>
          <p:nvPr/>
        </p:nvSpPr>
        <p:spPr>
          <a:xfrm>
            <a:off x="11851502" y="5086865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DFD8EEEB-A71F-84E4-A9F2-591FEFB95F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997" y="6223515"/>
            <a:ext cx="800100" cy="514350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1F93933D-74D7-2819-FFBF-7F719353C6F4}"/>
              </a:ext>
            </a:extLst>
          </p:cNvPr>
          <p:cNvSpPr txBox="1"/>
          <p:nvPr/>
        </p:nvSpPr>
        <p:spPr>
          <a:xfrm>
            <a:off x="9315040" y="6713512"/>
            <a:ext cx="1112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</a:t>
            </a:r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A45AED5E-6DE0-40F4-009C-36E02DD97761}"/>
              </a:ext>
            </a:extLst>
          </p:cNvPr>
          <p:cNvSpPr/>
          <p:nvPr/>
        </p:nvSpPr>
        <p:spPr>
          <a:xfrm>
            <a:off x="8706292" y="6400034"/>
            <a:ext cx="749511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箭头: 右 89">
            <a:extLst>
              <a:ext uri="{FF2B5EF4-FFF2-40B4-BE49-F238E27FC236}">
                <a16:creationId xmlns:a16="http://schemas.microsoft.com/office/drawing/2014/main" id="{40BFCCCE-4E36-AE59-08AF-C39CE6A60AD4}"/>
              </a:ext>
            </a:extLst>
          </p:cNvPr>
          <p:cNvSpPr/>
          <p:nvPr/>
        </p:nvSpPr>
        <p:spPr>
          <a:xfrm>
            <a:off x="11858457" y="6394269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箭头: 右 90">
            <a:extLst>
              <a:ext uri="{FF2B5EF4-FFF2-40B4-BE49-F238E27FC236}">
                <a16:creationId xmlns:a16="http://schemas.microsoft.com/office/drawing/2014/main" id="{AD71EBBA-54C9-509C-2D94-CCAC0F374F3D}"/>
              </a:ext>
            </a:extLst>
          </p:cNvPr>
          <p:cNvSpPr/>
          <p:nvPr/>
        </p:nvSpPr>
        <p:spPr>
          <a:xfrm>
            <a:off x="10476183" y="3645102"/>
            <a:ext cx="1796753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FC44C1D1-3321-791D-73F8-6EFB1CCE6227}"/>
                  </a:ext>
                </a:extLst>
              </p:cNvPr>
              <p:cNvSpPr/>
              <p:nvPr/>
            </p:nvSpPr>
            <p:spPr>
              <a:xfrm>
                <a:off x="8500745" y="3532686"/>
                <a:ext cx="1968232" cy="356111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629CC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Pooling by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FC44C1D1-3321-791D-73F8-6EFB1CCE6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0745" y="3532686"/>
                <a:ext cx="1968232" cy="356111"/>
              </a:xfrm>
              <a:prstGeom prst="roundRect">
                <a:avLst/>
              </a:prstGeom>
              <a:blipFill>
                <a:blip r:embed="rId15"/>
                <a:stretch>
                  <a:fillRect b="-4762"/>
                </a:stretch>
              </a:blipFill>
              <a:ln w="28575">
                <a:solidFill>
                  <a:srgbClr val="629CC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D942F678-A65C-977C-63E5-BE8B5FCEF71B}"/>
              </a:ext>
            </a:extLst>
          </p:cNvPr>
          <p:cNvSpPr/>
          <p:nvPr/>
        </p:nvSpPr>
        <p:spPr>
          <a:xfrm>
            <a:off x="7044217" y="4893880"/>
            <a:ext cx="2019016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Seed-Centered Affinity Reassembly Operation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AFC6676C-DFEE-B3F8-6697-0CF44696D59A}"/>
                  </a:ext>
                </a:extLst>
              </p:cNvPr>
              <p:cNvSpPr/>
              <p:nvPr/>
            </p:nvSpPr>
            <p:spPr>
              <a:xfrm>
                <a:off x="7401159" y="6212795"/>
                <a:ext cx="1305133" cy="533905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629CC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Weighted Pooling by </a:t>
                </a:r>
                <a14:m>
                  <m:oMath xmlns:m="http://schemas.openxmlformats.org/officeDocument/2006/math">
                    <m:r>
                      <a:rPr lang="en-US" altLang="zh-CN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AFC6676C-DFEE-B3F8-6697-0CF44696D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159" y="6212795"/>
                <a:ext cx="1305133" cy="533905"/>
              </a:xfrm>
              <a:prstGeom prst="roundRect">
                <a:avLst/>
              </a:prstGeom>
              <a:blipFill>
                <a:blip r:embed="rId16"/>
                <a:stretch>
                  <a:fillRect b="-6452"/>
                </a:stretch>
              </a:blipFill>
              <a:ln w="28575">
                <a:solidFill>
                  <a:srgbClr val="629CC8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56FE54E-4F04-5C85-8FEC-4FB943D53A2E}"/>
              </a:ext>
            </a:extLst>
          </p:cNvPr>
          <p:cNvSpPr/>
          <p:nvPr/>
        </p:nvSpPr>
        <p:spPr>
          <a:xfrm>
            <a:off x="10787436" y="6215189"/>
            <a:ext cx="1064297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E850A3DD-18FC-3823-4969-016DA27C28D1}"/>
              </a:ext>
            </a:extLst>
          </p:cNvPr>
          <p:cNvSpPr/>
          <p:nvPr/>
        </p:nvSpPr>
        <p:spPr>
          <a:xfrm>
            <a:off x="10787437" y="4905391"/>
            <a:ext cx="1064065" cy="53390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Encoder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A8220D5A-3E39-494B-8E43-BDCDDA04EA67}"/>
              </a:ext>
            </a:extLst>
          </p:cNvPr>
          <p:cNvGrpSpPr/>
          <p:nvPr/>
        </p:nvGrpSpPr>
        <p:grpSpPr>
          <a:xfrm>
            <a:off x="12151895" y="2031618"/>
            <a:ext cx="1548712" cy="718366"/>
            <a:chOff x="4324175" y="2194253"/>
            <a:chExt cx="1548712" cy="718366"/>
          </a:xfrm>
          <a:solidFill>
            <a:srgbClr val="BA7536"/>
          </a:solidFill>
        </p:grpSpPr>
        <p:sp>
          <p:nvSpPr>
            <p:cNvPr id="96" name="矩形: 圆顶角 95">
              <a:extLst>
                <a:ext uri="{FF2B5EF4-FFF2-40B4-BE49-F238E27FC236}">
                  <a16:creationId xmlns:a16="http://schemas.microsoft.com/office/drawing/2014/main" id="{D604894D-D424-2B2A-0C13-278BDB523AC3}"/>
                </a:ext>
              </a:extLst>
            </p:cNvPr>
            <p:cNvSpPr/>
            <p:nvPr/>
          </p:nvSpPr>
          <p:spPr>
            <a:xfrm>
              <a:off x="4324175" y="2194253"/>
              <a:ext cx="1548712" cy="718366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54F06838-A68B-AF7A-4E5B-A9C47DF1D5DF}"/>
                </a:ext>
              </a:extLst>
            </p:cNvPr>
            <p:cNvSpPr txBox="1"/>
            <p:nvPr/>
          </p:nvSpPr>
          <p:spPr>
            <a:xfrm>
              <a:off x="4346445" y="2291826"/>
              <a:ext cx="1516959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Embeddings of  Three </a:t>
              </a:r>
              <a:r>
                <a:rPr lang="en-US" altLang="zh-CN" sz="14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Branchs</a:t>
              </a:r>
              <a:endParaRPr lang="en-US" altLang="zh-C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8" name="图片 97">
            <a:extLst>
              <a:ext uri="{FF2B5EF4-FFF2-40B4-BE49-F238E27FC236}">
                <a16:creationId xmlns:a16="http://schemas.microsoft.com/office/drawing/2014/main" id="{F2426900-F66E-86BC-02DC-226AC150344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53701" y="6341326"/>
            <a:ext cx="1143665" cy="335086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76ED0E25-E150-F89E-48D4-1D75269B7A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53700" y="3589326"/>
            <a:ext cx="1143667" cy="316451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925075E5-67F1-4A29-BB6D-EEDBA85929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58749" y="5003546"/>
            <a:ext cx="1133564" cy="3145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2D7831B-C57D-8A1B-01C2-DF550764CCA0}"/>
                  </a:ext>
                </a:extLst>
              </p:cNvPr>
              <p:cNvSpPr txBox="1"/>
              <p:nvPr/>
            </p:nvSpPr>
            <p:spPr>
              <a:xfrm>
                <a:off x="12166897" y="3071771"/>
                <a:ext cx="1517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04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Appearance Emb.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app</m:t>
                        </m:r>
                      </m:sup>
                    </m:sSup>
                  </m:oMath>
                </a14:m>
                <a:endParaRPr lang="en-US" altLang="zh-CN" sz="1400" dirty="0">
                  <a:solidFill>
                    <a:srgbClr val="A04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22D7831B-C57D-8A1B-01C2-DF550764C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6897" y="3071771"/>
                <a:ext cx="1517273" cy="523220"/>
              </a:xfrm>
              <a:prstGeom prst="rect">
                <a:avLst/>
              </a:prstGeom>
              <a:blipFill>
                <a:blip r:embed="rId20"/>
                <a:stretch>
                  <a:fillRect t="-2326" r="-2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箭头: 右 103">
            <a:extLst>
              <a:ext uri="{FF2B5EF4-FFF2-40B4-BE49-F238E27FC236}">
                <a16:creationId xmlns:a16="http://schemas.microsoft.com/office/drawing/2014/main" id="{25E4648B-C695-E083-FD05-613DE29B60D0}"/>
              </a:ext>
            </a:extLst>
          </p:cNvPr>
          <p:cNvSpPr/>
          <p:nvPr/>
        </p:nvSpPr>
        <p:spPr>
          <a:xfrm>
            <a:off x="6647212" y="3650631"/>
            <a:ext cx="182930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箭头: 右 104">
            <a:extLst>
              <a:ext uri="{FF2B5EF4-FFF2-40B4-BE49-F238E27FC236}">
                <a16:creationId xmlns:a16="http://schemas.microsoft.com/office/drawing/2014/main" id="{1169CA9C-E0BF-0D0C-725A-281135E9193F}"/>
              </a:ext>
            </a:extLst>
          </p:cNvPr>
          <p:cNvSpPr/>
          <p:nvPr/>
        </p:nvSpPr>
        <p:spPr>
          <a:xfrm>
            <a:off x="6636497" y="5101974"/>
            <a:ext cx="393426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箭头: 右 105">
            <a:extLst>
              <a:ext uri="{FF2B5EF4-FFF2-40B4-BE49-F238E27FC236}">
                <a16:creationId xmlns:a16="http://schemas.microsoft.com/office/drawing/2014/main" id="{9348D3E6-A5DC-1864-AEA6-C219672199C2}"/>
              </a:ext>
            </a:extLst>
          </p:cNvPr>
          <p:cNvSpPr/>
          <p:nvPr/>
        </p:nvSpPr>
        <p:spPr>
          <a:xfrm>
            <a:off x="10355964" y="5093322"/>
            <a:ext cx="395346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箭头: 右 106">
            <a:extLst>
              <a:ext uri="{FF2B5EF4-FFF2-40B4-BE49-F238E27FC236}">
                <a16:creationId xmlns:a16="http://schemas.microsoft.com/office/drawing/2014/main" id="{93589ED1-9F1B-7757-C2B1-942A493323FA}"/>
              </a:ext>
            </a:extLst>
          </p:cNvPr>
          <p:cNvSpPr/>
          <p:nvPr/>
        </p:nvSpPr>
        <p:spPr>
          <a:xfrm>
            <a:off x="6643467" y="6398535"/>
            <a:ext cx="742497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箭头: 右 107">
            <a:extLst>
              <a:ext uri="{FF2B5EF4-FFF2-40B4-BE49-F238E27FC236}">
                <a16:creationId xmlns:a16="http://schemas.microsoft.com/office/drawing/2014/main" id="{87E33C14-6F78-19D2-29C9-675AC64CCCD7}"/>
              </a:ext>
            </a:extLst>
          </p:cNvPr>
          <p:cNvSpPr/>
          <p:nvPr/>
        </p:nvSpPr>
        <p:spPr>
          <a:xfrm>
            <a:off x="10283614" y="6400726"/>
            <a:ext cx="497097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94CDB2C-ED12-A6A7-1B99-9EF89004C290}"/>
                  </a:ext>
                </a:extLst>
              </p:cNvPr>
              <p:cNvSpPr txBox="1"/>
              <p:nvPr/>
            </p:nvSpPr>
            <p:spPr>
              <a:xfrm>
                <a:off x="12143337" y="4459936"/>
                <a:ext cx="1517273" cy="541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04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Geometry Emb.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geo</m:t>
                        </m:r>
                      </m:sup>
                    </m:sSup>
                  </m:oMath>
                </a14:m>
                <a:endParaRPr lang="en-US" altLang="zh-CN" sz="1400" dirty="0">
                  <a:solidFill>
                    <a:srgbClr val="A04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094CDB2C-ED12-A6A7-1B99-9EF89004C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337" y="4459936"/>
                <a:ext cx="1517273" cy="541623"/>
              </a:xfrm>
              <a:prstGeom prst="rect">
                <a:avLst/>
              </a:prstGeom>
              <a:blipFill>
                <a:blip r:embed="rId21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1C53C25-0DFF-C12A-4DB2-3ED29CDA1EC5}"/>
                  </a:ext>
                </a:extLst>
              </p:cNvPr>
              <p:cNvSpPr txBox="1"/>
              <p:nvPr/>
            </p:nvSpPr>
            <p:spPr>
              <a:xfrm>
                <a:off x="12140121" y="5831405"/>
                <a:ext cx="151727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rgbClr val="A04C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Emb.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1400" dirty="0">
                            <a:solidFill>
                              <a:srgbClr val="A04C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pos</m:t>
                        </m:r>
                      </m:sup>
                    </m:sSup>
                  </m:oMath>
                </a14:m>
                <a:endParaRPr lang="en-US" altLang="zh-CN" sz="1400" dirty="0">
                  <a:solidFill>
                    <a:srgbClr val="A04C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1C53C25-0DFF-C12A-4DB2-3ED29CDA1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0121" y="5831405"/>
                <a:ext cx="1517273" cy="523220"/>
              </a:xfrm>
              <a:prstGeom prst="rect">
                <a:avLst/>
              </a:prstGeom>
              <a:blipFill>
                <a:blip r:embed="rId22"/>
                <a:stretch>
                  <a:fillRect t="-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箭头: 右 110">
            <a:extLst>
              <a:ext uri="{FF2B5EF4-FFF2-40B4-BE49-F238E27FC236}">
                <a16:creationId xmlns:a16="http://schemas.microsoft.com/office/drawing/2014/main" id="{4A59C845-1D92-44E4-E426-9E027B0D11EE}"/>
              </a:ext>
            </a:extLst>
          </p:cNvPr>
          <p:cNvSpPr/>
          <p:nvPr/>
        </p:nvSpPr>
        <p:spPr>
          <a:xfrm>
            <a:off x="13567177" y="5086865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" name="箭头: 右 111">
            <a:extLst>
              <a:ext uri="{FF2B5EF4-FFF2-40B4-BE49-F238E27FC236}">
                <a16:creationId xmlns:a16="http://schemas.microsoft.com/office/drawing/2014/main" id="{05082BD8-8E77-E80B-102E-56A680694F66}"/>
              </a:ext>
            </a:extLst>
          </p:cNvPr>
          <p:cNvSpPr/>
          <p:nvPr/>
        </p:nvSpPr>
        <p:spPr>
          <a:xfrm>
            <a:off x="13567179" y="6394268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箭头: 右 112">
            <a:extLst>
              <a:ext uri="{FF2B5EF4-FFF2-40B4-BE49-F238E27FC236}">
                <a16:creationId xmlns:a16="http://schemas.microsoft.com/office/drawing/2014/main" id="{DF46872C-499F-680A-D761-709A937FC728}"/>
              </a:ext>
            </a:extLst>
          </p:cNvPr>
          <p:cNvSpPr/>
          <p:nvPr/>
        </p:nvSpPr>
        <p:spPr>
          <a:xfrm>
            <a:off x="13567178" y="3648376"/>
            <a:ext cx="414479" cy="170955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3610878C-56C4-FC50-E101-80FDA7246F33}"/>
              </a:ext>
            </a:extLst>
          </p:cNvPr>
          <p:cNvSpPr/>
          <p:nvPr/>
        </p:nvSpPr>
        <p:spPr>
          <a:xfrm>
            <a:off x="13981655" y="3343434"/>
            <a:ext cx="976113" cy="3569552"/>
          </a:xfrm>
          <a:prstGeom prst="roundRect">
            <a:avLst/>
          </a:prstGeom>
          <a:noFill/>
          <a:ln w="28575">
            <a:solidFill>
              <a:srgbClr val="629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-Style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115" name="箭头: 右 114">
            <a:extLst>
              <a:ext uri="{FF2B5EF4-FFF2-40B4-BE49-F238E27FC236}">
                <a16:creationId xmlns:a16="http://schemas.microsoft.com/office/drawing/2014/main" id="{30FFD398-F71E-92DD-8F2F-D67958D52C14}"/>
              </a:ext>
            </a:extLst>
          </p:cNvPr>
          <p:cNvSpPr/>
          <p:nvPr/>
        </p:nvSpPr>
        <p:spPr>
          <a:xfrm>
            <a:off x="14971154" y="4900636"/>
            <a:ext cx="535732" cy="543410"/>
          </a:xfrm>
          <a:prstGeom prst="rightArrow">
            <a:avLst/>
          </a:prstGeom>
          <a:solidFill>
            <a:srgbClr val="629C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7" name="图片 116">
            <a:extLst>
              <a:ext uri="{FF2B5EF4-FFF2-40B4-BE49-F238E27FC236}">
                <a16:creationId xmlns:a16="http://schemas.microsoft.com/office/drawing/2014/main" id="{E987E719-36AB-E523-20CA-55EAEAD0BB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2235" y="4879405"/>
            <a:ext cx="2149829" cy="5987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F285B1E-2196-13CB-8860-16A98A230EAD}"/>
                  </a:ext>
                </a:extLst>
              </p:cNvPr>
              <p:cNvSpPr txBox="1"/>
              <p:nvPr/>
            </p:nvSpPr>
            <p:spPr>
              <a:xfrm>
                <a:off x="15622235" y="5535357"/>
                <a:ext cx="20950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Superpixel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Embedding </a:t>
                </a:r>
                <a14:m>
                  <m:oMath xmlns:m="http://schemas.openxmlformats.org/officeDocument/2006/math">
                    <m:r>
                      <a:rPr lang="en-US" altLang="zh-CN" sz="1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𝐳</m:t>
                    </m:r>
                  </m:oMath>
                </a14:m>
                <a:endPara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AF285B1E-2196-13CB-8860-16A98A230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2235" y="5535357"/>
                <a:ext cx="2095040" cy="307777"/>
              </a:xfrm>
              <a:prstGeom prst="rect">
                <a:avLst/>
              </a:prstGeom>
              <a:blipFill>
                <a:blip r:embed="rId24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9" name="图片 118" descr="图示">
            <a:extLst>
              <a:ext uri="{FF2B5EF4-FFF2-40B4-BE49-F238E27FC236}">
                <a16:creationId xmlns:a16="http://schemas.microsoft.com/office/drawing/2014/main" id="{E8226507-4CEC-6015-7270-CADEE0790E8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93496" y="1869791"/>
            <a:ext cx="3699137" cy="140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5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EFE1DB12-8DBF-B634-1189-DEAD00423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134" y="2143937"/>
            <a:ext cx="11677735" cy="44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909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248</TotalTime>
  <Words>70</Words>
  <Application>Microsoft Office PowerPoint</Application>
  <PresentationFormat>自定义</PresentationFormat>
  <Paragraphs>31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workspace</dc:creator>
  <cp:lastModifiedBy>workspace</cp:lastModifiedBy>
  <cp:revision>120</cp:revision>
  <dcterms:created xsi:type="dcterms:W3CDTF">2026-03-01T00:50:58Z</dcterms:created>
  <dcterms:modified xsi:type="dcterms:W3CDTF">2026-03-01T07:13:37Z</dcterms:modified>
</cp:coreProperties>
</file>