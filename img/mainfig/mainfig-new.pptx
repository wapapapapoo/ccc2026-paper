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"/>
  </p:notesMasterIdLst>
  <p:sldIdLst>
    <p:sldId id="257" r:id="rId2"/>
  </p:sldIdLst>
  <p:sldSz cx="15660688" cy="106203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57" d="100"/>
          <a:sy n="57" d="100"/>
        </p:scale>
        <p:origin x="129" y="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B0FF57-2131-4231-A515-8844782B2222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54113" y="1143000"/>
            <a:ext cx="4549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075954-3363-4864-9EE3-E369DD576CB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01899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1pPr>
    <a:lvl2pPr marL="863889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2pPr>
    <a:lvl3pPr marL="1727779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3pPr>
    <a:lvl4pPr marL="2591668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4pPr>
    <a:lvl5pPr marL="3455557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5pPr>
    <a:lvl6pPr marL="4319446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6pPr>
    <a:lvl7pPr marL="5183334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7pPr>
    <a:lvl8pPr marL="6047223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8pPr>
    <a:lvl9pPr marL="6911114" algn="l" defTabSz="1727779" rtl="0" eaLnBrk="1" latinLnBrk="0" hangingPunct="1">
      <a:defRPr sz="226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4552" y="1738104"/>
            <a:ext cx="13311585" cy="3697464"/>
          </a:xfrm>
        </p:spPr>
        <p:txBody>
          <a:bodyPr anchor="b"/>
          <a:lstStyle>
            <a:lvl1pPr algn="ctr">
              <a:defRPr sz="92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7586" y="5578156"/>
            <a:ext cx="11745516" cy="2564131"/>
          </a:xfrm>
        </p:spPr>
        <p:txBody>
          <a:bodyPr/>
          <a:lstStyle>
            <a:lvl1pPr marL="0" indent="0" algn="ctr">
              <a:buNone/>
              <a:defRPr sz="3717"/>
            </a:lvl1pPr>
            <a:lvl2pPr marL="708020" indent="0" algn="ctr">
              <a:buNone/>
              <a:defRPr sz="3097"/>
            </a:lvl2pPr>
            <a:lvl3pPr marL="1416040" indent="0" algn="ctr">
              <a:buNone/>
              <a:defRPr sz="2787"/>
            </a:lvl3pPr>
            <a:lvl4pPr marL="2124060" indent="0" algn="ctr">
              <a:buNone/>
              <a:defRPr sz="2478"/>
            </a:lvl4pPr>
            <a:lvl5pPr marL="2832080" indent="0" algn="ctr">
              <a:buNone/>
              <a:defRPr sz="2478"/>
            </a:lvl5pPr>
            <a:lvl6pPr marL="3540100" indent="0" algn="ctr">
              <a:buNone/>
              <a:defRPr sz="2478"/>
            </a:lvl6pPr>
            <a:lvl7pPr marL="4248120" indent="0" algn="ctr">
              <a:buNone/>
              <a:defRPr sz="2478"/>
            </a:lvl7pPr>
            <a:lvl8pPr marL="4956139" indent="0" algn="ctr">
              <a:buNone/>
              <a:defRPr sz="2478"/>
            </a:lvl8pPr>
            <a:lvl9pPr marL="5664159" indent="0" algn="ctr">
              <a:buNone/>
              <a:defRPr sz="247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004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268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8517" y="2647722"/>
            <a:ext cx="13507343" cy="4417780"/>
          </a:xfrm>
        </p:spPr>
        <p:txBody>
          <a:bodyPr anchor="b"/>
          <a:lstStyle>
            <a:lvl1pPr>
              <a:defRPr sz="929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8517" y="7107296"/>
            <a:ext cx="13507343" cy="2323206"/>
          </a:xfrm>
        </p:spPr>
        <p:txBody>
          <a:bodyPr/>
          <a:lstStyle>
            <a:lvl1pPr marL="0" indent="0">
              <a:buNone/>
              <a:defRPr sz="3717">
                <a:solidFill>
                  <a:schemeClr val="tx1"/>
                </a:solidFill>
              </a:defRPr>
            </a:lvl1pPr>
            <a:lvl2pPr marL="708020" indent="0">
              <a:buNone/>
              <a:defRPr sz="3097">
                <a:solidFill>
                  <a:schemeClr val="tx1">
                    <a:tint val="75000"/>
                  </a:schemeClr>
                </a:solidFill>
              </a:defRPr>
            </a:lvl2pPr>
            <a:lvl3pPr marL="1416040" indent="0">
              <a:buNone/>
              <a:defRPr sz="2787">
                <a:solidFill>
                  <a:schemeClr val="tx1">
                    <a:tint val="75000"/>
                  </a:schemeClr>
                </a:solidFill>
              </a:defRPr>
            </a:lvl3pPr>
            <a:lvl4pPr marL="2124060" indent="0">
              <a:buNone/>
              <a:defRPr sz="2478">
                <a:solidFill>
                  <a:schemeClr val="tx1">
                    <a:tint val="75000"/>
                  </a:schemeClr>
                </a:solidFill>
              </a:defRPr>
            </a:lvl4pPr>
            <a:lvl5pPr marL="2832080" indent="0">
              <a:buNone/>
              <a:defRPr sz="2478">
                <a:solidFill>
                  <a:schemeClr val="tx1">
                    <a:tint val="75000"/>
                  </a:schemeClr>
                </a:solidFill>
              </a:defRPr>
            </a:lvl5pPr>
            <a:lvl6pPr marL="3540100" indent="0">
              <a:buNone/>
              <a:defRPr sz="2478">
                <a:solidFill>
                  <a:schemeClr val="tx1">
                    <a:tint val="75000"/>
                  </a:schemeClr>
                </a:solidFill>
              </a:defRPr>
            </a:lvl6pPr>
            <a:lvl7pPr marL="4248120" indent="0">
              <a:buNone/>
              <a:defRPr sz="2478">
                <a:solidFill>
                  <a:schemeClr val="tx1">
                    <a:tint val="75000"/>
                  </a:schemeClr>
                </a:solidFill>
              </a:defRPr>
            </a:lvl7pPr>
            <a:lvl8pPr marL="4956139" indent="0">
              <a:buNone/>
              <a:defRPr sz="2478">
                <a:solidFill>
                  <a:schemeClr val="tx1">
                    <a:tint val="75000"/>
                  </a:schemeClr>
                </a:solidFill>
              </a:defRPr>
            </a:lvl8pPr>
            <a:lvl9pPr marL="5664159" indent="0">
              <a:buNone/>
              <a:defRPr sz="247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6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76673" y="2827183"/>
            <a:ext cx="6655792" cy="67385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928224" y="2827183"/>
            <a:ext cx="6655792" cy="67385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692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712" y="565439"/>
            <a:ext cx="13507343" cy="205278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714" y="2603468"/>
            <a:ext cx="6625204" cy="1275919"/>
          </a:xfrm>
        </p:spPr>
        <p:txBody>
          <a:bodyPr anchor="b"/>
          <a:lstStyle>
            <a:lvl1pPr marL="0" indent="0">
              <a:buNone/>
              <a:defRPr sz="3717" b="1"/>
            </a:lvl1pPr>
            <a:lvl2pPr marL="708020" indent="0">
              <a:buNone/>
              <a:defRPr sz="3097" b="1"/>
            </a:lvl2pPr>
            <a:lvl3pPr marL="1416040" indent="0">
              <a:buNone/>
              <a:defRPr sz="2787" b="1"/>
            </a:lvl3pPr>
            <a:lvl4pPr marL="2124060" indent="0">
              <a:buNone/>
              <a:defRPr sz="2478" b="1"/>
            </a:lvl4pPr>
            <a:lvl5pPr marL="2832080" indent="0">
              <a:buNone/>
              <a:defRPr sz="2478" b="1"/>
            </a:lvl5pPr>
            <a:lvl6pPr marL="3540100" indent="0">
              <a:buNone/>
              <a:defRPr sz="2478" b="1"/>
            </a:lvl6pPr>
            <a:lvl7pPr marL="4248120" indent="0">
              <a:buNone/>
              <a:defRPr sz="2478" b="1"/>
            </a:lvl7pPr>
            <a:lvl8pPr marL="4956139" indent="0">
              <a:buNone/>
              <a:defRPr sz="2478" b="1"/>
            </a:lvl8pPr>
            <a:lvl9pPr marL="5664159" indent="0">
              <a:buNone/>
              <a:defRPr sz="247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78714" y="3879387"/>
            <a:ext cx="6625204" cy="57059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928224" y="2603468"/>
            <a:ext cx="6657832" cy="1275919"/>
          </a:xfrm>
        </p:spPr>
        <p:txBody>
          <a:bodyPr anchor="b"/>
          <a:lstStyle>
            <a:lvl1pPr marL="0" indent="0">
              <a:buNone/>
              <a:defRPr sz="3717" b="1"/>
            </a:lvl1pPr>
            <a:lvl2pPr marL="708020" indent="0">
              <a:buNone/>
              <a:defRPr sz="3097" b="1"/>
            </a:lvl2pPr>
            <a:lvl3pPr marL="1416040" indent="0">
              <a:buNone/>
              <a:defRPr sz="2787" b="1"/>
            </a:lvl3pPr>
            <a:lvl4pPr marL="2124060" indent="0">
              <a:buNone/>
              <a:defRPr sz="2478" b="1"/>
            </a:lvl4pPr>
            <a:lvl5pPr marL="2832080" indent="0">
              <a:buNone/>
              <a:defRPr sz="2478" b="1"/>
            </a:lvl5pPr>
            <a:lvl6pPr marL="3540100" indent="0">
              <a:buNone/>
              <a:defRPr sz="2478" b="1"/>
            </a:lvl6pPr>
            <a:lvl7pPr marL="4248120" indent="0">
              <a:buNone/>
              <a:defRPr sz="2478" b="1"/>
            </a:lvl7pPr>
            <a:lvl8pPr marL="4956139" indent="0">
              <a:buNone/>
              <a:defRPr sz="2478" b="1"/>
            </a:lvl8pPr>
            <a:lvl9pPr marL="5664159" indent="0">
              <a:buNone/>
              <a:defRPr sz="247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928224" y="3879387"/>
            <a:ext cx="6657832" cy="570599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6388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200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407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712" y="708025"/>
            <a:ext cx="5050979" cy="2478088"/>
          </a:xfrm>
        </p:spPr>
        <p:txBody>
          <a:bodyPr anchor="b"/>
          <a:lstStyle>
            <a:lvl1pPr>
              <a:defRPr sz="495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7832" y="1529140"/>
            <a:ext cx="7928223" cy="7547350"/>
          </a:xfrm>
        </p:spPr>
        <p:txBody>
          <a:bodyPr/>
          <a:lstStyle>
            <a:lvl1pPr>
              <a:defRPr sz="4956"/>
            </a:lvl1pPr>
            <a:lvl2pPr>
              <a:defRPr sz="4336"/>
            </a:lvl2pPr>
            <a:lvl3pPr>
              <a:defRPr sz="3717"/>
            </a:lvl3pPr>
            <a:lvl4pPr>
              <a:defRPr sz="3097"/>
            </a:lvl4pPr>
            <a:lvl5pPr>
              <a:defRPr sz="3097"/>
            </a:lvl5pPr>
            <a:lvl6pPr>
              <a:defRPr sz="3097"/>
            </a:lvl6pPr>
            <a:lvl7pPr>
              <a:defRPr sz="3097"/>
            </a:lvl7pPr>
            <a:lvl8pPr>
              <a:defRPr sz="3097"/>
            </a:lvl8pPr>
            <a:lvl9pPr>
              <a:defRPr sz="30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8712" y="3186112"/>
            <a:ext cx="5050979" cy="5902668"/>
          </a:xfrm>
        </p:spPr>
        <p:txBody>
          <a:bodyPr/>
          <a:lstStyle>
            <a:lvl1pPr marL="0" indent="0">
              <a:buNone/>
              <a:defRPr sz="2478"/>
            </a:lvl1pPr>
            <a:lvl2pPr marL="708020" indent="0">
              <a:buNone/>
              <a:defRPr sz="2168"/>
            </a:lvl2pPr>
            <a:lvl3pPr marL="1416040" indent="0">
              <a:buNone/>
              <a:defRPr sz="1858"/>
            </a:lvl3pPr>
            <a:lvl4pPr marL="2124060" indent="0">
              <a:buNone/>
              <a:defRPr sz="1549"/>
            </a:lvl4pPr>
            <a:lvl5pPr marL="2832080" indent="0">
              <a:buNone/>
              <a:defRPr sz="1549"/>
            </a:lvl5pPr>
            <a:lvl6pPr marL="3540100" indent="0">
              <a:buNone/>
              <a:defRPr sz="1549"/>
            </a:lvl6pPr>
            <a:lvl7pPr marL="4248120" indent="0">
              <a:buNone/>
              <a:defRPr sz="1549"/>
            </a:lvl7pPr>
            <a:lvl8pPr marL="4956139" indent="0">
              <a:buNone/>
              <a:defRPr sz="1549"/>
            </a:lvl8pPr>
            <a:lvl9pPr marL="5664159" indent="0">
              <a:buNone/>
              <a:defRPr sz="154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951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8712" y="708025"/>
            <a:ext cx="5050979" cy="2478088"/>
          </a:xfrm>
        </p:spPr>
        <p:txBody>
          <a:bodyPr anchor="b"/>
          <a:lstStyle>
            <a:lvl1pPr>
              <a:defRPr sz="495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657832" y="1529140"/>
            <a:ext cx="7928223" cy="7547350"/>
          </a:xfrm>
        </p:spPr>
        <p:txBody>
          <a:bodyPr anchor="t"/>
          <a:lstStyle>
            <a:lvl1pPr marL="0" indent="0">
              <a:buNone/>
              <a:defRPr sz="4956"/>
            </a:lvl1pPr>
            <a:lvl2pPr marL="708020" indent="0">
              <a:buNone/>
              <a:defRPr sz="4336"/>
            </a:lvl2pPr>
            <a:lvl3pPr marL="1416040" indent="0">
              <a:buNone/>
              <a:defRPr sz="3717"/>
            </a:lvl3pPr>
            <a:lvl4pPr marL="2124060" indent="0">
              <a:buNone/>
              <a:defRPr sz="3097"/>
            </a:lvl4pPr>
            <a:lvl5pPr marL="2832080" indent="0">
              <a:buNone/>
              <a:defRPr sz="3097"/>
            </a:lvl5pPr>
            <a:lvl6pPr marL="3540100" indent="0">
              <a:buNone/>
              <a:defRPr sz="3097"/>
            </a:lvl6pPr>
            <a:lvl7pPr marL="4248120" indent="0">
              <a:buNone/>
              <a:defRPr sz="3097"/>
            </a:lvl7pPr>
            <a:lvl8pPr marL="4956139" indent="0">
              <a:buNone/>
              <a:defRPr sz="3097"/>
            </a:lvl8pPr>
            <a:lvl9pPr marL="5664159" indent="0">
              <a:buNone/>
              <a:defRPr sz="309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8712" y="3186112"/>
            <a:ext cx="5050979" cy="5902668"/>
          </a:xfrm>
        </p:spPr>
        <p:txBody>
          <a:bodyPr/>
          <a:lstStyle>
            <a:lvl1pPr marL="0" indent="0">
              <a:buNone/>
              <a:defRPr sz="2478"/>
            </a:lvl1pPr>
            <a:lvl2pPr marL="708020" indent="0">
              <a:buNone/>
              <a:defRPr sz="2168"/>
            </a:lvl2pPr>
            <a:lvl3pPr marL="1416040" indent="0">
              <a:buNone/>
              <a:defRPr sz="1858"/>
            </a:lvl3pPr>
            <a:lvl4pPr marL="2124060" indent="0">
              <a:buNone/>
              <a:defRPr sz="1549"/>
            </a:lvl4pPr>
            <a:lvl5pPr marL="2832080" indent="0">
              <a:buNone/>
              <a:defRPr sz="1549"/>
            </a:lvl5pPr>
            <a:lvl6pPr marL="3540100" indent="0">
              <a:buNone/>
              <a:defRPr sz="1549"/>
            </a:lvl6pPr>
            <a:lvl7pPr marL="4248120" indent="0">
              <a:buNone/>
              <a:defRPr sz="1549"/>
            </a:lvl7pPr>
            <a:lvl8pPr marL="4956139" indent="0">
              <a:buNone/>
              <a:defRPr sz="1549"/>
            </a:lvl8pPr>
            <a:lvl9pPr marL="5664159" indent="0">
              <a:buNone/>
              <a:defRPr sz="154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0031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0897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207181" y="565437"/>
            <a:ext cx="3376836" cy="90002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76673" y="565437"/>
            <a:ext cx="9934749" cy="90002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9171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76673" y="565439"/>
            <a:ext cx="13507343" cy="20527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6673" y="2827183"/>
            <a:ext cx="13507343" cy="67385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76672" y="9843516"/>
            <a:ext cx="3523655" cy="565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07102-8CCA-491C-A254-62D28CA5098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87603" y="9843516"/>
            <a:ext cx="5285482" cy="565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60361" y="9843516"/>
            <a:ext cx="3523655" cy="5654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5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9D8E9-BB9E-4989-AE71-17EC650CBA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733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1416040" rtl="0" eaLnBrk="1" latinLnBrk="0" hangingPunct="1">
        <a:lnSpc>
          <a:spcPct val="90000"/>
        </a:lnSpc>
        <a:spcBef>
          <a:spcPct val="0"/>
        </a:spcBef>
        <a:buNone/>
        <a:defRPr sz="68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4010" indent="-354010" algn="l" defTabSz="1416040" rtl="0" eaLnBrk="1" latinLnBrk="0" hangingPunct="1">
        <a:lnSpc>
          <a:spcPct val="90000"/>
        </a:lnSpc>
        <a:spcBef>
          <a:spcPts val="1549"/>
        </a:spcBef>
        <a:buFont typeface="Arial" panose="020B0604020202020204" pitchFamily="34" charset="0"/>
        <a:buChar char="•"/>
        <a:defRPr sz="4336" kern="1200">
          <a:solidFill>
            <a:schemeClr val="tx1"/>
          </a:solidFill>
          <a:latin typeface="+mn-lt"/>
          <a:ea typeface="+mn-ea"/>
          <a:cs typeface="+mn-cs"/>
        </a:defRPr>
      </a:lvl1pPr>
      <a:lvl2pPr marL="1062030" indent="-354010" algn="l" defTabSz="1416040" rtl="0" eaLnBrk="1" latinLnBrk="0" hangingPunct="1">
        <a:lnSpc>
          <a:spcPct val="90000"/>
        </a:lnSpc>
        <a:spcBef>
          <a:spcPts val="774"/>
        </a:spcBef>
        <a:buFont typeface="Arial" panose="020B0604020202020204" pitchFamily="34" charset="0"/>
        <a:buChar char="•"/>
        <a:defRPr sz="3717" kern="1200">
          <a:solidFill>
            <a:schemeClr val="tx1"/>
          </a:solidFill>
          <a:latin typeface="+mn-lt"/>
          <a:ea typeface="+mn-ea"/>
          <a:cs typeface="+mn-cs"/>
        </a:defRPr>
      </a:lvl2pPr>
      <a:lvl3pPr marL="1770050" indent="-354010" algn="l" defTabSz="1416040" rtl="0" eaLnBrk="1" latinLnBrk="0" hangingPunct="1">
        <a:lnSpc>
          <a:spcPct val="90000"/>
        </a:lnSpc>
        <a:spcBef>
          <a:spcPts val="774"/>
        </a:spcBef>
        <a:buFont typeface="Arial" panose="020B0604020202020204" pitchFamily="34" charset="0"/>
        <a:buChar char="•"/>
        <a:defRPr sz="3097" kern="1200">
          <a:solidFill>
            <a:schemeClr val="tx1"/>
          </a:solidFill>
          <a:latin typeface="+mn-lt"/>
          <a:ea typeface="+mn-ea"/>
          <a:cs typeface="+mn-cs"/>
        </a:defRPr>
      </a:lvl3pPr>
      <a:lvl4pPr marL="2478070" indent="-354010" algn="l" defTabSz="1416040" rtl="0" eaLnBrk="1" latinLnBrk="0" hangingPunct="1">
        <a:lnSpc>
          <a:spcPct val="90000"/>
        </a:lnSpc>
        <a:spcBef>
          <a:spcPts val="774"/>
        </a:spcBef>
        <a:buFont typeface="Arial" panose="020B0604020202020204" pitchFamily="34" charset="0"/>
        <a:buChar char="•"/>
        <a:defRPr sz="2787" kern="1200">
          <a:solidFill>
            <a:schemeClr val="tx1"/>
          </a:solidFill>
          <a:latin typeface="+mn-lt"/>
          <a:ea typeface="+mn-ea"/>
          <a:cs typeface="+mn-cs"/>
        </a:defRPr>
      </a:lvl4pPr>
      <a:lvl5pPr marL="3186090" indent="-354010" algn="l" defTabSz="1416040" rtl="0" eaLnBrk="1" latinLnBrk="0" hangingPunct="1">
        <a:lnSpc>
          <a:spcPct val="90000"/>
        </a:lnSpc>
        <a:spcBef>
          <a:spcPts val="774"/>
        </a:spcBef>
        <a:buFont typeface="Arial" panose="020B0604020202020204" pitchFamily="34" charset="0"/>
        <a:buChar char="•"/>
        <a:defRPr sz="2787" kern="1200">
          <a:solidFill>
            <a:schemeClr val="tx1"/>
          </a:solidFill>
          <a:latin typeface="+mn-lt"/>
          <a:ea typeface="+mn-ea"/>
          <a:cs typeface="+mn-cs"/>
        </a:defRPr>
      </a:lvl5pPr>
      <a:lvl6pPr marL="3894110" indent="-354010" algn="l" defTabSz="1416040" rtl="0" eaLnBrk="1" latinLnBrk="0" hangingPunct="1">
        <a:lnSpc>
          <a:spcPct val="90000"/>
        </a:lnSpc>
        <a:spcBef>
          <a:spcPts val="774"/>
        </a:spcBef>
        <a:buFont typeface="Arial" panose="020B0604020202020204" pitchFamily="34" charset="0"/>
        <a:buChar char="•"/>
        <a:defRPr sz="2787" kern="1200">
          <a:solidFill>
            <a:schemeClr val="tx1"/>
          </a:solidFill>
          <a:latin typeface="+mn-lt"/>
          <a:ea typeface="+mn-ea"/>
          <a:cs typeface="+mn-cs"/>
        </a:defRPr>
      </a:lvl6pPr>
      <a:lvl7pPr marL="4602129" indent="-354010" algn="l" defTabSz="1416040" rtl="0" eaLnBrk="1" latinLnBrk="0" hangingPunct="1">
        <a:lnSpc>
          <a:spcPct val="90000"/>
        </a:lnSpc>
        <a:spcBef>
          <a:spcPts val="774"/>
        </a:spcBef>
        <a:buFont typeface="Arial" panose="020B0604020202020204" pitchFamily="34" charset="0"/>
        <a:buChar char="•"/>
        <a:defRPr sz="2787" kern="1200">
          <a:solidFill>
            <a:schemeClr val="tx1"/>
          </a:solidFill>
          <a:latin typeface="+mn-lt"/>
          <a:ea typeface="+mn-ea"/>
          <a:cs typeface="+mn-cs"/>
        </a:defRPr>
      </a:lvl7pPr>
      <a:lvl8pPr marL="5310149" indent="-354010" algn="l" defTabSz="1416040" rtl="0" eaLnBrk="1" latinLnBrk="0" hangingPunct="1">
        <a:lnSpc>
          <a:spcPct val="90000"/>
        </a:lnSpc>
        <a:spcBef>
          <a:spcPts val="774"/>
        </a:spcBef>
        <a:buFont typeface="Arial" panose="020B0604020202020204" pitchFamily="34" charset="0"/>
        <a:buChar char="•"/>
        <a:defRPr sz="2787" kern="1200">
          <a:solidFill>
            <a:schemeClr val="tx1"/>
          </a:solidFill>
          <a:latin typeface="+mn-lt"/>
          <a:ea typeface="+mn-ea"/>
          <a:cs typeface="+mn-cs"/>
        </a:defRPr>
      </a:lvl8pPr>
      <a:lvl9pPr marL="6018169" indent="-354010" algn="l" defTabSz="1416040" rtl="0" eaLnBrk="1" latinLnBrk="0" hangingPunct="1">
        <a:lnSpc>
          <a:spcPct val="90000"/>
        </a:lnSpc>
        <a:spcBef>
          <a:spcPts val="774"/>
        </a:spcBef>
        <a:buFont typeface="Arial" panose="020B0604020202020204" pitchFamily="34" charset="0"/>
        <a:buChar char="•"/>
        <a:defRPr sz="27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1pPr>
      <a:lvl2pPr marL="708020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2pPr>
      <a:lvl3pPr marL="1416040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3pPr>
      <a:lvl4pPr marL="2124060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4pPr>
      <a:lvl5pPr marL="2832080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5pPr>
      <a:lvl6pPr marL="3540100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6pPr>
      <a:lvl7pPr marL="4248120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7pPr>
      <a:lvl8pPr marL="4956139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8pPr>
      <a:lvl9pPr marL="5664159" algn="l" defTabSz="1416040" rtl="0" eaLnBrk="1" latinLnBrk="0" hangingPunct="1">
        <a:defRPr sz="27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5.png"/><Relationship Id="rId26" Type="http://schemas.openxmlformats.org/officeDocument/2006/relationships/oleObject" Target="../embeddings/oleObject1.bin"/><Relationship Id="rId3" Type="http://schemas.openxmlformats.org/officeDocument/2006/relationships/tags" Target="../tags/tag3.xml"/><Relationship Id="rId21" Type="http://schemas.openxmlformats.org/officeDocument/2006/relationships/image" Target="../media/image8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4.png"/><Relationship Id="rId25" Type="http://schemas.openxmlformats.org/officeDocument/2006/relationships/image" Target="../media/image12.png"/><Relationship Id="rId2" Type="http://schemas.openxmlformats.org/officeDocument/2006/relationships/tags" Target="../tags/tag2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29" Type="http://schemas.openxmlformats.org/officeDocument/2006/relationships/image" Target="../media/image14.w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1.png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23" Type="http://schemas.openxmlformats.org/officeDocument/2006/relationships/image" Target="../media/image10.png"/><Relationship Id="rId28" Type="http://schemas.openxmlformats.org/officeDocument/2006/relationships/oleObject" Target="../embeddings/oleObject2.bin"/><Relationship Id="rId10" Type="http://schemas.openxmlformats.org/officeDocument/2006/relationships/tags" Target="../tags/tag10.xml"/><Relationship Id="rId19" Type="http://schemas.openxmlformats.org/officeDocument/2006/relationships/image" Target="../media/image6.png"/><Relationship Id="rId31" Type="http://schemas.openxmlformats.org/officeDocument/2006/relationships/image" Target="../media/image15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1.png"/><Relationship Id="rId22" Type="http://schemas.openxmlformats.org/officeDocument/2006/relationships/image" Target="../media/image9.png"/><Relationship Id="rId27" Type="http://schemas.openxmlformats.org/officeDocument/2006/relationships/image" Target="../media/image13.wmf"/><Relationship Id="rId30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圆角矩形 32">
            <a:extLst>
              <a:ext uri="{FF2B5EF4-FFF2-40B4-BE49-F238E27FC236}">
                <a16:creationId xmlns:a16="http://schemas.microsoft.com/office/drawing/2014/main" id="{06E9DCB9-552A-B0D1-C2B0-4517B6C0F711}"/>
              </a:ext>
            </a:extLst>
          </p:cNvPr>
          <p:cNvSpPr/>
          <p:nvPr/>
        </p:nvSpPr>
        <p:spPr>
          <a:xfrm>
            <a:off x="13042942" y="370729"/>
            <a:ext cx="2534285" cy="9694545"/>
          </a:xfrm>
          <a:prstGeom prst="roundRect">
            <a:avLst/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0" name="圆角矩形 3">
            <a:extLst>
              <a:ext uri="{FF2B5EF4-FFF2-40B4-BE49-F238E27FC236}">
                <a16:creationId xmlns:a16="http://schemas.microsoft.com/office/drawing/2014/main" id="{9221C432-A24E-2570-234F-F36A19167312}"/>
              </a:ext>
            </a:extLst>
          </p:cNvPr>
          <p:cNvSpPr/>
          <p:nvPr/>
        </p:nvSpPr>
        <p:spPr>
          <a:xfrm>
            <a:off x="6257967" y="5493274"/>
            <a:ext cx="6049010" cy="4571365"/>
          </a:xfrm>
          <a:prstGeom prst="roundRect">
            <a:avLst>
              <a:gd name="adj" fmla="val 10001"/>
            </a:avLst>
          </a:prstGeom>
          <a:noFill/>
          <a:ln w="38100">
            <a:solidFill>
              <a:schemeClr val="accent2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82" name="圆角矩形 121">
            <a:extLst>
              <a:ext uri="{FF2B5EF4-FFF2-40B4-BE49-F238E27FC236}">
                <a16:creationId xmlns:a16="http://schemas.microsoft.com/office/drawing/2014/main" id="{3A3FF2C7-D7C4-2C7A-6FC8-0EA7FA346962}"/>
              </a:ext>
            </a:extLst>
          </p:cNvPr>
          <p:cNvSpPr/>
          <p:nvPr/>
        </p:nvSpPr>
        <p:spPr>
          <a:xfrm>
            <a:off x="77512" y="370729"/>
            <a:ext cx="5608955" cy="5919470"/>
          </a:xfrm>
          <a:prstGeom prst="roundRect">
            <a:avLst>
              <a:gd name="adj" fmla="val 10890"/>
            </a:avLst>
          </a:prstGeom>
          <a:noFill/>
          <a:ln w="38100">
            <a:solidFill>
              <a:schemeClr val="accent1">
                <a:lumMod val="40000"/>
                <a:lumOff val="6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70" name="直接箭头连接符 1769">
            <a:extLst>
              <a:ext uri="{FF2B5EF4-FFF2-40B4-BE49-F238E27FC236}">
                <a16:creationId xmlns:a16="http://schemas.microsoft.com/office/drawing/2014/main" id="{B03BCC3C-D5C6-11BA-026D-F513838CFA15}"/>
              </a:ext>
            </a:extLst>
          </p:cNvPr>
          <p:cNvCxnSpPr/>
          <p:nvPr/>
        </p:nvCxnSpPr>
        <p:spPr>
          <a:xfrm flipH="1">
            <a:off x="7894362" y="5197999"/>
            <a:ext cx="912495" cy="120459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1" name="圆角矩形 37">
            <a:extLst>
              <a:ext uri="{FF2B5EF4-FFF2-40B4-BE49-F238E27FC236}">
                <a16:creationId xmlns:a16="http://schemas.microsoft.com/office/drawing/2014/main" id="{A59C1D39-5924-F90E-D8ED-E0786E2063FA}"/>
              </a:ext>
            </a:extLst>
          </p:cNvPr>
          <p:cNvSpPr/>
          <p:nvPr/>
        </p:nvSpPr>
        <p:spPr>
          <a:xfrm>
            <a:off x="6257967" y="391049"/>
            <a:ext cx="6049010" cy="2932430"/>
          </a:xfrm>
          <a:prstGeom prst="round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tx2">
                    <a:lumMod val="10000"/>
                    <a:lumOff val="90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72" name="组合 1771">
            <a:extLst>
              <a:ext uri="{FF2B5EF4-FFF2-40B4-BE49-F238E27FC236}">
                <a16:creationId xmlns:a16="http://schemas.microsoft.com/office/drawing/2014/main" id="{26134FEC-DAE0-C378-BBCF-87ADBE306C49}"/>
              </a:ext>
            </a:extLst>
          </p:cNvPr>
          <p:cNvGrpSpPr/>
          <p:nvPr/>
        </p:nvGrpSpPr>
        <p:grpSpPr>
          <a:xfrm>
            <a:off x="3000038" y="1273699"/>
            <a:ext cx="2481361" cy="2018199"/>
            <a:chOff x="3579" y="1299"/>
            <a:chExt cx="2259" cy="1917"/>
          </a:xfrm>
        </p:grpSpPr>
        <p:pic>
          <p:nvPicPr>
            <p:cNvPr id="1773" name="图片 1772">
              <a:extLst>
                <a:ext uri="{FF2B5EF4-FFF2-40B4-BE49-F238E27FC236}">
                  <a16:creationId xmlns:a16="http://schemas.microsoft.com/office/drawing/2014/main" id="{4BA9488D-8512-6BA1-D688-6AE630B5EA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 l="5404" r="6243" b="-321"/>
            <a:stretch>
              <a:fillRect/>
            </a:stretch>
          </p:blipFill>
          <p:spPr>
            <a:xfrm>
              <a:off x="3768" y="1299"/>
              <a:ext cx="1786" cy="1658"/>
            </a:xfrm>
            <a:prstGeom prst="rect">
              <a:avLst/>
            </a:prstGeom>
          </p:spPr>
        </p:pic>
        <p:sp>
          <p:nvSpPr>
            <p:cNvPr id="1774" name="文本框 1773">
              <a:extLst>
                <a:ext uri="{FF2B5EF4-FFF2-40B4-BE49-F238E27FC236}">
                  <a16:creationId xmlns:a16="http://schemas.microsoft.com/office/drawing/2014/main" id="{A7E3DA05-AA37-74D5-E31A-D1B686CD4473}"/>
                </a:ext>
              </a:extLst>
            </p:cNvPr>
            <p:cNvSpPr txBox="1"/>
            <p:nvPr/>
          </p:nvSpPr>
          <p:spPr>
            <a:xfrm>
              <a:off x="3579" y="2796"/>
              <a:ext cx="2259" cy="42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CNN Backbone</a:t>
              </a:r>
            </a:p>
          </p:txBody>
        </p:sp>
      </p:grpSp>
      <p:grpSp>
        <p:nvGrpSpPr>
          <p:cNvPr id="1775" name="组合 1774">
            <a:extLst>
              <a:ext uri="{FF2B5EF4-FFF2-40B4-BE49-F238E27FC236}">
                <a16:creationId xmlns:a16="http://schemas.microsoft.com/office/drawing/2014/main" id="{01B4088B-E661-19B1-7F91-5E3C4ADCC9BC}"/>
              </a:ext>
            </a:extLst>
          </p:cNvPr>
          <p:cNvGrpSpPr/>
          <p:nvPr/>
        </p:nvGrpSpPr>
        <p:grpSpPr>
          <a:xfrm>
            <a:off x="6632617" y="1374029"/>
            <a:ext cx="1435100" cy="1560195"/>
            <a:chOff x="6467" y="826"/>
            <a:chExt cx="2260" cy="2457"/>
          </a:xfrm>
        </p:grpSpPr>
        <p:sp>
          <p:nvSpPr>
            <p:cNvPr id="1776" name="圆角矩形 14">
              <a:extLst>
                <a:ext uri="{FF2B5EF4-FFF2-40B4-BE49-F238E27FC236}">
                  <a16:creationId xmlns:a16="http://schemas.microsoft.com/office/drawing/2014/main" id="{4A56E524-6763-4DF2-194C-222EB14FB706}"/>
                </a:ext>
              </a:extLst>
            </p:cNvPr>
            <p:cNvSpPr/>
            <p:nvPr/>
          </p:nvSpPr>
          <p:spPr>
            <a:xfrm>
              <a:off x="6467" y="826"/>
              <a:ext cx="2260" cy="2457"/>
            </a:xfrm>
            <a:prstGeom prst="roundRect">
              <a:avLst/>
            </a:prstGeom>
            <a:noFill/>
            <a:ln>
              <a:solidFill>
                <a:schemeClr val="accent1">
                  <a:lumMod val="40000"/>
                  <a:lumOff val="6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>
                      <a:lumMod val="20000"/>
                      <a:lumOff val="8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77" name="图片 1776" descr="randomblue_01">
              <a:extLst>
                <a:ext uri="{FF2B5EF4-FFF2-40B4-BE49-F238E27FC236}">
                  <a16:creationId xmlns:a16="http://schemas.microsoft.com/office/drawing/2014/main" id="{388D4692-103B-2F0E-021F-DBBAA21B9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71" y="1669"/>
              <a:ext cx="1683" cy="1186"/>
            </a:xfrm>
            <a:prstGeom prst="rect">
              <a:avLst/>
            </a:prstGeom>
          </p:spPr>
        </p:pic>
        <p:sp>
          <p:nvSpPr>
            <p:cNvPr id="1778" name="文本框 1777">
              <a:extLst>
                <a:ext uri="{FF2B5EF4-FFF2-40B4-BE49-F238E27FC236}">
                  <a16:creationId xmlns:a16="http://schemas.microsoft.com/office/drawing/2014/main" id="{53F4CAB9-A057-E1D2-3739-5D3455B89DE5}"/>
                </a:ext>
              </a:extLst>
            </p:cNvPr>
            <p:cNvSpPr txBox="1"/>
            <p:nvPr/>
          </p:nvSpPr>
          <p:spPr>
            <a:xfrm>
              <a:off x="6467" y="836"/>
              <a:ext cx="2260" cy="4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Pixel-Level </a:t>
              </a:r>
            </a:p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Features</a:t>
              </a:r>
            </a:p>
          </p:txBody>
        </p:sp>
        <p:sp>
          <p:nvSpPr>
            <p:cNvPr id="1779" name="文本框 1778">
              <a:extLst>
                <a:ext uri="{FF2B5EF4-FFF2-40B4-BE49-F238E27FC236}">
                  <a16:creationId xmlns:a16="http://schemas.microsoft.com/office/drawing/2014/main" id="{3BCF238F-E0CE-77BE-AAF8-FCDE4D2FDC49}"/>
                </a:ext>
              </a:extLst>
            </p:cNvPr>
            <p:cNvSpPr txBox="1"/>
            <p:nvPr/>
          </p:nvSpPr>
          <p:spPr>
            <a:xfrm>
              <a:off x="7270" y="2733"/>
              <a:ext cx="811" cy="46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b="1" i="1" baseline="-25000">
                  <a:latin typeface="Times New Roman" panose="02020603050405020304" charset="0"/>
                  <a:cs typeface="Times New Roman" panose="02020603050405020304" charset="0"/>
                </a:rPr>
                <a:t>p</a:t>
              </a:r>
            </a:p>
          </p:txBody>
        </p:sp>
      </p:grpSp>
      <p:grpSp>
        <p:nvGrpSpPr>
          <p:cNvPr id="1780" name="组合 1779">
            <a:extLst>
              <a:ext uri="{FF2B5EF4-FFF2-40B4-BE49-F238E27FC236}">
                <a16:creationId xmlns:a16="http://schemas.microsoft.com/office/drawing/2014/main" id="{92A241CF-A6F4-5288-69DA-90DAA1190AC5}"/>
              </a:ext>
            </a:extLst>
          </p:cNvPr>
          <p:cNvGrpSpPr/>
          <p:nvPr/>
        </p:nvGrpSpPr>
        <p:grpSpPr>
          <a:xfrm>
            <a:off x="2780707" y="3291729"/>
            <a:ext cx="2700655" cy="2305050"/>
            <a:chOff x="2930" y="3428"/>
            <a:chExt cx="2865" cy="1610"/>
          </a:xfrm>
        </p:grpSpPr>
        <p:pic>
          <p:nvPicPr>
            <p:cNvPr id="1781" name="图片 1780">
              <a:extLst>
                <a:ext uri="{FF2B5EF4-FFF2-40B4-BE49-F238E27FC236}">
                  <a16:creationId xmlns:a16="http://schemas.microsoft.com/office/drawing/2014/main" id="{246835DC-5A68-44A8-8B45-641946F19D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930" y="3428"/>
              <a:ext cx="2865" cy="1566"/>
            </a:xfrm>
            <a:prstGeom prst="rect">
              <a:avLst/>
            </a:prstGeom>
          </p:spPr>
        </p:pic>
        <p:sp>
          <p:nvSpPr>
            <p:cNvPr id="1782" name="文本框 1781">
              <a:extLst>
                <a:ext uri="{FF2B5EF4-FFF2-40B4-BE49-F238E27FC236}">
                  <a16:creationId xmlns:a16="http://schemas.microsoft.com/office/drawing/2014/main" id="{8F906350-6670-68DF-57C9-ED1F2FD54516}"/>
                </a:ext>
              </a:extLst>
            </p:cNvPr>
            <p:cNvSpPr txBox="1"/>
            <p:nvPr/>
          </p:nvSpPr>
          <p:spPr>
            <a:xfrm>
              <a:off x="3384" y="4737"/>
              <a:ext cx="1955" cy="301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</a:rPr>
                <a:t>SpiexelFCN</a:t>
              </a:r>
            </a:p>
          </p:txBody>
        </p:sp>
      </p:grpSp>
      <p:grpSp>
        <p:nvGrpSpPr>
          <p:cNvPr id="1783" name="组合 1782">
            <a:extLst>
              <a:ext uri="{FF2B5EF4-FFF2-40B4-BE49-F238E27FC236}">
                <a16:creationId xmlns:a16="http://schemas.microsoft.com/office/drawing/2014/main" id="{A4B65380-BE67-A9CE-FB92-E41B9CD6A555}"/>
              </a:ext>
            </a:extLst>
          </p:cNvPr>
          <p:cNvGrpSpPr/>
          <p:nvPr/>
        </p:nvGrpSpPr>
        <p:grpSpPr>
          <a:xfrm>
            <a:off x="10450872" y="1374029"/>
            <a:ext cx="1694180" cy="1560195"/>
            <a:chOff x="6028" y="6357"/>
            <a:chExt cx="2456" cy="2457"/>
          </a:xfrm>
        </p:grpSpPr>
        <p:sp>
          <p:nvSpPr>
            <p:cNvPr id="1784" name="圆角矩形 57">
              <a:extLst>
                <a:ext uri="{FF2B5EF4-FFF2-40B4-BE49-F238E27FC236}">
                  <a16:creationId xmlns:a16="http://schemas.microsoft.com/office/drawing/2014/main" id="{FF9D6F43-D190-2D4B-4948-080EE00E9010}"/>
                </a:ext>
              </a:extLst>
            </p:cNvPr>
            <p:cNvSpPr/>
            <p:nvPr/>
          </p:nvSpPr>
          <p:spPr>
            <a:xfrm>
              <a:off x="6159" y="6357"/>
              <a:ext cx="2259" cy="2457"/>
            </a:xfrm>
            <a:prstGeom prst="roundRect">
              <a:avLst/>
            </a:prstGeom>
            <a:noFill/>
            <a:ln>
              <a:solidFill>
                <a:srgbClr val="E6898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68989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5" name="文本框 1784">
              <a:extLst>
                <a:ext uri="{FF2B5EF4-FFF2-40B4-BE49-F238E27FC236}">
                  <a16:creationId xmlns:a16="http://schemas.microsoft.com/office/drawing/2014/main" id="{48E41A5E-5E41-4C7C-A439-2A832C4B1448}"/>
                </a:ext>
              </a:extLst>
            </p:cNvPr>
            <p:cNvSpPr txBox="1"/>
            <p:nvPr/>
          </p:nvSpPr>
          <p:spPr>
            <a:xfrm>
              <a:off x="6942" y="8265"/>
              <a:ext cx="811" cy="46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b="1" i="1" baseline="-25000">
                  <a:latin typeface="Times New Roman" panose="02020603050405020304" charset="0"/>
                  <a:cs typeface="Times New Roman" panose="02020603050405020304" charset="0"/>
                </a:rPr>
                <a:t>g</a:t>
              </a:r>
            </a:p>
          </p:txBody>
        </p:sp>
        <p:pic>
          <p:nvPicPr>
            <p:cNvPr id="1786" name="图片 1785" descr="randomred_01">
              <a:extLst>
                <a:ext uri="{FF2B5EF4-FFF2-40B4-BE49-F238E27FC236}">
                  <a16:creationId xmlns:a16="http://schemas.microsoft.com/office/drawing/2014/main" id="{DBB8B477-4AC2-BF51-74C4-79BCAE185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463" y="7152"/>
              <a:ext cx="1683" cy="1186"/>
            </a:xfrm>
            <a:prstGeom prst="rect">
              <a:avLst/>
            </a:prstGeom>
          </p:spPr>
        </p:pic>
        <p:sp>
          <p:nvSpPr>
            <p:cNvPr id="1787" name="文本框 1786">
              <a:extLst>
                <a:ext uri="{FF2B5EF4-FFF2-40B4-BE49-F238E27FC236}">
                  <a16:creationId xmlns:a16="http://schemas.microsoft.com/office/drawing/2014/main" id="{EF760644-56CF-688E-91C8-7A13CB5C3794}"/>
                </a:ext>
              </a:extLst>
            </p:cNvPr>
            <p:cNvSpPr txBox="1"/>
            <p:nvPr/>
          </p:nvSpPr>
          <p:spPr>
            <a:xfrm>
              <a:off x="6028" y="6357"/>
              <a:ext cx="2456" cy="78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DisAggregated </a:t>
              </a:r>
            </a:p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GNN Features</a:t>
              </a:r>
            </a:p>
          </p:txBody>
        </p:sp>
      </p:grpSp>
      <p:grpSp>
        <p:nvGrpSpPr>
          <p:cNvPr id="1788" name="组合 1787">
            <a:extLst>
              <a:ext uri="{FF2B5EF4-FFF2-40B4-BE49-F238E27FC236}">
                <a16:creationId xmlns:a16="http://schemas.microsoft.com/office/drawing/2014/main" id="{A469F0DF-0BE7-6600-AAEB-C302B1BB99D7}"/>
              </a:ext>
            </a:extLst>
          </p:cNvPr>
          <p:cNvGrpSpPr/>
          <p:nvPr/>
        </p:nvGrpSpPr>
        <p:grpSpPr>
          <a:xfrm>
            <a:off x="6632617" y="8426339"/>
            <a:ext cx="1530350" cy="642620"/>
            <a:chOff x="15884" y="1569"/>
            <a:chExt cx="2458" cy="1092"/>
          </a:xfrm>
          <a:noFill/>
        </p:grpSpPr>
        <p:sp>
          <p:nvSpPr>
            <p:cNvPr id="1789" name="圆角矩形 78">
              <a:extLst>
                <a:ext uri="{FF2B5EF4-FFF2-40B4-BE49-F238E27FC236}">
                  <a16:creationId xmlns:a16="http://schemas.microsoft.com/office/drawing/2014/main" id="{62F099C2-317D-BD79-1CCB-E4B33D8AE2C1}"/>
                </a:ext>
              </a:extLst>
            </p:cNvPr>
            <p:cNvSpPr/>
            <p:nvPr/>
          </p:nvSpPr>
          <p:spPr>
            <a:xfrm>
              <a:off x="15884" y="1569"/>
              <a:ext cx="2458" cy="1092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90" name="图片 1789" descr="bluesp">
              <a:extLst>
                <a:ext uri="{FF2B5EF4-FFF2-40B4-BE49-F238E27FC236}">
                  <a16:creationId xmlns:a16="http://schemas.microsoft.com/office/drawing/2014/main" id="{FDA75369-0FEF-6674-D905-EE2E03C5B68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6004" y="1715"/>
              <a:ext cx="2185" cy="403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1791" name="文本框 1790">
              <a:extLst>
                <a:ext uri="{FF2B5EF4-FFF2-40B4-BE49-F238E27FC236}">
                  <a16:creationId xmlns:a16="http://schemas.microsoft.com/office/drawing/2014/main" id="{92D2A0EE-F286-5194-5107-71AFE676FF7B}"/>
                </a:ext>
              </a:extLst>
            </p:cNvPr>
            <p:cNvSpPr txBox="1"/>
            <p:nvPr/>
          </p:nvSpPr>
          <p:spPr>
            <a:xfrm>
              <a:off x="16699" y="2056"/>
              <a:ext cx="811" cy="462"/>
            </a:xfrm>
            <a:prstGeom prst="rect">
              <a:avLst/>
            </a:prstGeom>
            <a:grpFill/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b="1" i="1" baseline="-25000">
                  <a:latin typeface="Times New Roman" panose="02020603050405020304" charset="0"/>
                  <a:cs typeface="Times New Roman" panose="02020603050405020304" charset="0"/>
                </a:rPr>
                <a:t>sp</a:t>
              </a:r>
            </a:p>
          </p:txBody>
        </p:sp>
      </p:grpSp>
      <p:grpSp>
        <p:nvGrpSpPr>
          <p:cNvPr id="1792" name="组合 1791">
            <a:extLst>
              <a:ext uri="{FF2B5EF4-FFF2-40B4-BE49-F238E27FC236}">
                <a16:creationId xmlns:a16="http://schemas.microsoft.com/office/drawing/2014/main" id="{7EF151A3-FB0D-D894-D20F-E63519DE4E55}"/>
              </a:ext>
            </a:extLst>
          </p:cNvPr>
          <p:cNvGrpSpPr/>
          <p:nvPr/>
        </p:nvGrpSpPr>
        <p:grpSpPr>
          <a:xfrm>
            <a:off x="10583811" y="8402442"/>
            <a:ext cx="1560500" cy="716411"/>
            <a:chOff x="16213" y="6654"/>
            <a:chExt cx="2379" cy="1128"/>
          </a:xfrm>
        </p:grpSpPr>
        <p:sp>
          <p:nvSpPr>
            <p:cNvPr id="1793" name="圆角矩形 84">
              <a:extLst>
                <a:ext uri="{FF2B5EF4-FFF2-40B4-BE49-F238E27FC236}">
                  <a16:creationId xmlns:a16="http://schemas.microsoft.com/office/drawing/2014/main" id="{61471C63-C9F1-3203-EB18-40315D72E6D6}"/>
                </a:ext>
              </a:extLst>
            </p:cNvPr>
            <p:cNvSpPr/>
            <p:nvPr/>
          </p:nvSpPr>
          <p:spPr>
            <a:xfrm>
              <a:off x="16213" y="6654"/>
              <a:ext cx="2379" cy="1128"/>
            </a:xfrm>
            <a:prstGeom prst="roundRect">
              <a:avLst/>
            </a:prstGeom>
            <a:noFill/>
            <a:ln>
              <a:solidFill>
                <a:srgbClr val="E68989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E68989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4" name="文本框 1793">
              <a:extLst>
                <a:ext uri="{FF2B5EF4-FFF2-40B4-BE49-F238E27FC236}">
                  <a16:creationId xmlns:a16="http://schemas.microsoft.com/office/drawing/2014/main" id="{5F3CEF0D-5D49-21BC-0E4B-7E9C0483EA6F}"/>
                </a:ext>
              </a:extLst>
            </p:cNvPr>
            <p:cNvSpPr txBox="1"/>
            <p:nvPr/>
          </p:nvSpPr>
          <p:spPr>
            <a:xfrm>
              <a:off x="16921" y="7174"/>
              <a:ext cx="968" cy="46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r>
                <a:rPr lang="en-US" altLang="zh-CN" b="1" i="1" baseline="-25000">
                  <a:latin typeface="Times New Roman" panose="02020603050405020304" charset="0"/>
                  <a:cs typeface="Times New Roman" panose="02020603050405020304" charset="0"/>
                </a:rPr>
                <a:t>n</a:t>
              </a:r>
            </a:p>
          </p:txBody>
        </p:sp>
        <p:pic>
          <p:nvPicPr>
            <p:cNvPr id="1795" name="图片 1794" descr="redsp">
              <a:extLst>
                <a:ext uri="{FF2B5EF4-FFF2-40B4-BE49-F238E27FC236}">
                  <a16:creationId xmlns:a16="http://schemas.microsoft.com/office/drawing/2014/main" id="{78B91296-61D4-7B01-79E7-D72F0E15D1B3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6338" y="6781"/>
              <a:ext cx="2134" cy="393"/>
            </a:xfrm>
            <a:prstGeom prst="rect">
              <a:avLst/>
            </a:prstGeom>
          </p:spPr>
        </p:pic>
      </p:grpSp>
      <p:grpSp>
        <p:nvGrpSpPr>
          <p:cNvPr id="1796" name="组合 1795">
            <a:extLst>
              <a:ext uri="{FF2B5EF4-FFF2-40B4-BE49-F238E27FC236}">
                <a16:creationId xmlns:a16="http://schemas.microsoft.com/office/drawing/2014/main" id="{27715D1F-581A-A52D-ED0E-C814C9ACA97A}"/>
              </a:ext>
            </a:extLst>
          </p:cNvPr>
          <p:cNvGrpSpPr/>
          <p:nvPr/>
        </p:nvGrpSpPr>
        <p:grpSpPr>
          <a:xfrm>
            <a:off x="8699405" y="5731000"/>
            <a:ext cx="1385006" cy="1485104"/>
            <a:chOff x="13501" y="3379"/>
            <a:chExt cx="2184" cy="2473"/>
          </a:xfrm>
        </p:grpSpPr>
        <p:sp>
          <p:nvSpPr>
            <p:cNvPr id="1797" name="圆角矩形 99">
              <a:extLst>
                <a:ext uri="{FF2B5EF4-FFF2-40B4-BE49-F238E27FC236}">
                  <a16:creationId xmlns:a16="http://schemas.microsoft.com/office/drawing/2014/main" id="{A6F7ABEA-6383-7137-55AE-99A2596D4CFB}"/>
                </a:ext>
              </a:extLst>
            </p:cNvPr>
            <p:cNvSpPr/>
            <p:nvPr/>
          </p:nvSpPr>
          <p:spPr>
            <a:xfrm>
              <a:off x="13501" y="3379"/>
              <a:ext cx="2184" cy="2473"/>
            </a:xfrm>
            <a:prstGeom prst="roundRect">
              <a:avLst/>
            </a:prstGeom>
            <a:noFill/>
            <a:ln w="19050">
              <a:solidFill>
                <a:schemeClr val="accent6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6">
                      <a:lumMod val="40000"/>
                      <a:lumOff val="60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98" name="图片 1797">
              <a:extLst>
                <a:ext uri="{FF2B5EF4-FFF2-40B4-BE49-F238E27FC236}">
                  <a16:creationId xmlns:a16="http://schemas.microsoft.com/office/drawing/2014/main" id="{76A26078-E645-4D0D-9885-CB4F93C5F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3743" y="3563"/>
              <a:ext cx="1691" cy="1686"/>
            </a:xfrm>
            <a:prstGeom prst="rect">
              <a:avLst/>
            </a:prstGeom>
          </p:spPr>
        </p:pic>
        <p:sp>
          <p:nvSpPr>
            <p:cNvPr id="1799" name="文本框 1798">
              <a:extLst>
                <a:ext uri="{FF2B5EF4-FFF2-40B4-BE49-F238E27FC236}">
                  <a16:creationId xmlns:a16="http://schemas.microsoft.com/office/drawing/2014/main" id="{4D10FE76-C9B8-AED5-377F-3AB8B33754C5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14351" y="5292"/>
              <a:ext cx="475" cy="51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 i="1">
                  <a:latin typeface="Times New Roman" panose="02020603050405020304" charset="0"/>
                  <a:cs typeface="Times New Roman" panose="02020603050405020304" charset="0"/>
                </a:rPr>
                <a:t>G</a:t>
              </a:r>
            </a:p>
          </p:txBody>
        </p:sp>
      </p:grpSp>
      <p:sp>
        <p:nvSpPr>
          <p:cNvPr id="1800" name="圆角矩形 101">
            <a:extLst>
              <a:ext uri="{FF2B5EF4-FFF2-40B4-BE49-F238E27FC236}">
                <a16:creationId xmlns:a16="http://schemas.microsoft.com/office/drawing/2014/main" id="{0CEDDD34-4F18-38AA-FCC5-B89EFD7C58E2}"/>
              </a:ext>
            </a:extLst>
          </p:cNvPr>
          <p:cNvSpPr/>
          <p:nvPr/>
        </p:nvSpPr>
        <p:spPr>
          <a:xfrm>
            <a:off x="6825657" y="6290199"/>
            <a:ext cx="1069340" cy="407035"/>
          </a:xfrm>
          <a:prstGeom prst="roundRect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01" name="圆角矩形 104">
            <a:extLst>
              <a:ext uri="{FF2B5EF4-FFF2-40B4-BE49-F238E27FC236}">
                <a16:creationId xmlns:a16="http://schemas.microsoft.com/office/drawing/2014/main" id="{864FCC05-5501-CB0F-B21B-99C8E0532D4F}"/>
              </a:ext>
            </a:extLst>
          </p:cNvPr>
          <p:cNvSpPr/>
          <p:nvPr/>
        </p:nvSpPr>
        <p:spPr>
          <a:xfrm>
            <a:off x="10707412" y="6285754"/>
            <a:ext cx="1241425" cy="408305"/>
          </a:xfrm>
          <a:prstGeom prst="roundRect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1802" name="组合 1801">
            <a:extLst>
              <a:ext uri="{FF2B5EF4-FFF2-40B4-BE49-F238E27FC236}">
                <a16:creationId xmlns:a16="http://schemas.microsoft.com/office/drawing/2014/main" id="{ED394C87-1AF0-79B9-6BC8-8E77CEBF34DD}"/>
              </a:ext>
            </a:extLst>
          </p:cNvPr>
          <p:cNvGrpSpPr/>
          <p:nvPr/>
        </p:nvGrpSpPr>
        <p:grpSpPr>
          <a:xfrm>
            <a:off x="8553555" y="7586401"/>
            <a:ext cx="1641198" cy="2232911"/>
            <a:chOff x="16237" y="3123"/>
            <a:chExt cx="2363" cy="2880"/>
          </a:xfrm>
        </p:grpSpPr>
        <p:sp>
          <p:nvSpPr>
            <p:cNvPr id="1803" name="圆角矩形 95">
              <a:extLst>
                <a:ext uri="{FF2B5EF4-FFF2-40B4-BE49-F238E27FC236}">
                  <a16:creationId xmlns:a16="http://schemas.microsoft.com/office/drawing/2014/main" id="{D882BD22-8997-AF31-F46B-B71E210A18C0}"/>
                </a:ext>
              </a:extLst>
            </p:cNvPr>
            <p:cNvSpPr/>
            <p:nvPr/>
          </p:nvSpPr>
          <p:spPr>
            <a:xfrm>
              <a:off x="16237" y="3123"/>
              <a:ext cx="2363" cy="2880"/>
            </a:xfrm>
            <a:prstGeom prst="roundRect">
              <a:avLst/>
            </a:prstGeom>
            <a:solidFill>
              <a:srgbClr val="FFF8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pic>
          <p:nvPicPr>
            <p:cNvPr id="1804" name="图片 1803">
              <a:extLst>
                <a:ext uri="{FF2B5EF4-FFF2-40B4-BE49-F238E27FC236}">
                  <a16:creationId xmlns:a16="http://schemas.microsoft.com/office/drawing/2014/main" id="{7006DBBE-0552-035F-383C-E4EC9841BB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6750" y="4512"/>
              <a:ext cx="1325" cy="1320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orthographicFront">
                <a:rot lat="3600000" lon="20700000" rev="20700000"/>
              </a:camera>
              <a:lightRig rig="threePt" dir="t"/>
            </a:scene3d>
          </p:spPr>
        </p:pic>
        <p:pic>
          <p:nvPicPr>
            <p:cNvPr id="1805" name="图片 1804">
              <a:extLst>
                <a:ext uri="{FF2B5EF4-FFF2-40B4-BE49-F238E27FC236}">
                  <a16:creationId xmlns:a16="http://schemas.microsoft.com/office/drawing/2014/main" id="{825355D6-A79E-901E-FBED-189D043F6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alphaModFix amt="70000"/>
            </a:blip>
            <a:stretch>
              <a:fillRect/>
            </a:stretch>
          </p:blipFill>
          <p:spPr>
            <a:xfrm>
              <a:off x="16750" y="3758"/>
              <a:ext cx="1325" cy="1320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orthographicFront">
                <a:rot lat="3600000" lon="20700000" rev="20700000"/>
              </a:camera>
              <a:lightRig rig="threePt" dir="t"/>
            </a:scene3d>
          </p:spPr>
        </p:pic>
        <p:pic>
          <p:nvPicPr>
            <p:cNvPr id="1806" name="图片 1805">
              <a:extLst>
                <a:ext uri="{FF2B5EF4-FFF2-40B4-BE49-F238E27FC236}">
                  <a16:creationId xmlns:a16="http://schemas.microsoft.com/office/drawing/2014/main" id="{3A4B4084-AA08-69B2-38A6-13F3B0488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alphaModFix amt="85000"/>
            </a:blip>
            <a:stretch>
              <a:fillRect/>
            </a:stretch>
          </p:blipFill>
          <p:spPr>
            <a:xfrm>
              <a:off x="16750" y="3414"/>
              <a:ext cx="1325" cy="1320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orthographicFront">
                <a:rot lat="3600000" lon="20700000" rev="20700000"/>
              </a:camera>
              <a:lightRig rig="threePt" dir="t"/>
            </a:scene3d>
          </p:spPr>
        </p:pic>
        <p:pic>
          <p:nvPicPr>
            <p:cNvPr id="1807" name="图片 1806">
              <a:extLst>
                <a:ext uri="{FF2B5EF4-FFF2-40B4-BE49-F238E27FC236}">
                  <a16:creationId xmlns:a16="http://schemas.microsoft.com/office/drawing/2014/main" id="{4C272B72-2456-E8EB-E8C5-CF77D4519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alphaModFix/>
            </a:blip>
            <a:stretch>
              <a:fillRect/>
            </a:stretch>
          </p:blipFill>
          <p:spPr>
            <a:xfrm>
              <a:off x="16750" y="3123"/>
              <a:ext cx="1325" cy="1320"/>
            </a:xfrm>
            <a:prstGeom prst="rect">
              <a:avLst/>
            </a:prstGeom>
            <a:ln>
              <a:solidFill>
                <a:schemeClr val="tx1"/>
              </a:solidFill>
            </a:ln>
            <a:scene3d>
              <a:camera prst="orthographicFront">
                <a:rot lat="3600000" lon="20700000" rev="20700000"/>
              </a:camera>
              <a:lightRig rig="threePt" dir="t"/>
            </a:scene3d>
          </p:spPr>
        </p:pic>
        <p:sp>
          <p:nvSpPr>
            <p:cNvPr id="1808" name="文本框 1807">
              <a:extLst>
                <a:ext uri="{FF2B5EF4-FFF2-40B4-BE49-F238E27FC236}">
                  <a16:creationId xmlns:a16="http://schemas.microsoft.com/office/drawing/2014/main" id="{A8EDD2E8-2951-F67F-040A-28B9896F3C1A}"/>
                </a:ext>
              </a:extLst>
            </p:cNvPr>
            <p:cNvSpPr txBox="1"/>
            <p:nvPr/>
          </p:nvSpPr>
          <p:spPr>
            <a:xfrm>
              <a:off x="16750" y="5542"/>
              <a:ext cx="1392" cy="455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1600" b="1">
                  <a:latin typeface="Times New Roman" panose="02020603050405020304" charset="0"/>
                  <a:cs typeface="Times New Roman" panose="02020603050405020304" charset="0"/>
                </a:rPr>
                <a:t>GCN</a:t>
              </a:r>
            </a:p>
          </p:txBody>
        </p:sp>
      </p:grpSp>
      <p:sp>
        <p:nvSpPr>
          <p:cNvPr id="1809" name="文本框 1808">
            <a:extLst>
              <a:ext uri="{FF2B5EF4-FFF2-40B4-BE49-F238E27FC236}">
                <a16:creationId xmlns:a16="http://schemas.microsoft.com/office/drawing/2014/main" id="{7363B08E-B329-4A24-5A3D-A8C458148B4B}"/>
              </a:ext>
            </a:extLst>
          </p:cNvPr>
          <p:cNvSpPr txBox="1"/>
          <p:nvPr/>
        </p:nvSpPr>
        <p:spPr>
          <a:xfrm>
            <a:off x="5685574" y="8727673"/>
            <a:ext cx="884081" cy="2889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11" name="矩形 1810">
            <a:extLst>
              <a:ext uri="{FF2B5EF4-FFF2-40B4-BE49-F238E27FC236}">
                <a16:creationId xmlns:a16="http://schemas.microsoft.com/office/drawing/2014/main" id="{5F9130A9-F084-D7FA-F0C0-2262B2D48F5C}"/>
              </a:ext>
            </a:extLst>
          </p:cNvPr>
          <p:cNvSpPr/>
          <p:nvPr/>
        </p:nvSpPr>
        <p:spPr>
          <a:xfrm>
            <a:off x="8407442" y="1814719"/>
            <a:ext cx="1703070" cy="6642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Feature-Fusion Decoder</a:t>
            </a:r>
          </a:p>
        </p:txBody>
      </p:sp>
      <p:grpSp>
        <p:nvGrpSpPr>
          <p:cNvPr id="1812" name="组合 1811">
            <a:extLst>
              <a:ext uri="{FF2B5EF4-FFF2-40B4-BE49-F238E27FC236}">
                <a16:creationId xmlns:a16="http://schemas.microsoft.com/office/drawing/2014/main" id="{0C2E3FFE-73A8-6E03-A5C2-55B2003360E1}"/>
              </a:ext>
            </a:extLst>
          </p:cNvPr>
          <p:cNvGrpSpPr/>
          <p:nvPr/>
        </p:nvGrpSpPr>
        <p:grpSpPr>
          <a:xfrm>
            <a:off x="13042174" y="562499"/>
            <a:ext cx="2534567" cy="1422400"/>
            <a:chOff x="27331" y="3003"/>
            <a:chExt cx="3991" cy="2240"/>
          </a:xfrm>
        </p:grpSpPr>
        <p:grpSp>
          <p:nvGrpSpPr>
            <p:cNvPr id="1813" name="组合 1812">
              <a:extLst>
                <a:ext uri="{FF2B5EF4-FFF2-40B4-BE49-F238E27FC236}">
                  <a16:creationId xmlns:a16="http://schemas.microsoft.com/office/drawing/2014/main" id="{8113E6FA-2C85-6141-83A8-081A30736DC7}"/>
                </a:ext>
              </a:extLst>
            </p:cNvPr>
            <p:cNvGrpSpPr/>
            <p:nvPr/>
          </p:nvGrpSpPr>
          <p:grpSpPr>
            <a:xfrm>
              <a:off x="27331" y="3003"/>
              <a:ext cx="3991" cy="2240"/>
              <a:chOff x="-342" y="5105"/>
              <a:chExt cx="3990" cy="2240"/>
            </a:xfrm>
          </p:grpSpPr>
          <p:sp>
            <p:nvSpPr>
              <p:cNvPr id="1815" name="文本框 1814">
                <a:extLst>
                  <a:ext uri="{FF2B5EF4-FFF2-40B4-BE49-F238E27FC236}">
                    <a16:creationId xmlns:a16="http://schemas.microsoft.com/office/drawing/2014/main" id="{F28DDEFA-070B-59B7-8600-DEDCB6D284E4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-342" y="5105"/>
                <a:ext cx="3990" cy="433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1600" b="1">
                    <a:latin typeface="Times New Roman" panose="02020603050405020304" charset="0"/>
                    <a:cs typeface="Times New Roman" panose="02020603050405020304" charset="0"/>
                  </a:rPr>
                  <a:t>Pixel-Wise Prediction</a:t>
                </a:r>
              </a:p>
            </p:txBody>
          </p:sp>
          <p:sp>
            <p:nvSpPr>
              <p:cNvPr id="1816" name="文本框 1815">
                <a:extLst>
                  <a:ext uri="{FF2B5EF4-FFF2-40B4-BE49-F238E27FC236}">
                    <a16:creationId xmlns:a16="http://schemas.microsoft.com/office/drawing/2014/main" id="{380A1982-09A9-81B8-4114-E5EF1B366FB0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436" y="6848"/>
                <a:ext cx="475" cy="4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0" algn="ctr" fontAlgn="auto">
                  <a:lnSpc>
                    <a:spcPts val="1000"/>
                  </a:lnSpc>
                </a:pPr>
                <a:r>
                  <a:rPr lang="en-US" altLang="zh-CN" sz="1000" b="1" i="1">
                    <a:latin typeface="Times New Roman" panose="02020603050405020304" charset="0"/>
                    <a:cs typeface="Times New Roman" panose="02020603050405020304" charset="0"/>
                  </a:rPr>
                  <a:t> ^</a:t>
                </a:r>
              </a:p>
              <a:p>
                <a:pPr indent="0" algn="ctr" fontAlgn="auto">
                  <a:lnSpc>
                    <a:spcPts val="1000"/>
                  </a:lnSpc>
                </a:pPr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Y</a:t>
                </a:r>
              </a:p>
            </p:txBody>
          </p:sp>
          <p:pic>
            <p:nvPicPr>
              <p:cNvPr id="1817" name="图片 1816" descr="pred">
                <a:extLst>
                  <a:ext uri="{FF2B5EF4-FFF2-40B4-BE49-F238E27FC236}">
                    <a16:creationId xmlns:a16="http://schemas.microsoft.com/office/drawing/2014/main" id="{71D9AC29-5698-4872-B2C9-DE1383298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83" y="5609"/>
                <a:ext cx="1741" cy="1269"/>
              </a:xfrm>
              <a:prstGeom prst="rect">
                <a:avLst/>
              </a:prstGeom>
            </p:spPr>
          </p:pic>
        </p:grpSp>
        <p:sp>
          <p:nvSpPr>
            <p:cNvPr id="1814" name="矩形 1813">
              <a:extLst>
                <a:ext uri="{FF2B5EF4-FFF2-40B4-BE49-F238E27FC236}">
                  <a16:creationId xmlns:a16="http://schemas.microsoft.com/office/drawing/2014/main" id="{677A3EEB-6947-56FA-6BAB-8AD1AB6A2B96}"/>
                </a:ext>
              </a:extLst>
            </p:cNvPr>
            <p:cNvSpPr/>
            <p:nvPr/>
          </p:nvSpPr>
          <p:spPr>
            <a:xfrm>
              <a:off x="27809" y="3003"/>
              <a:ext cx="3063" cy="224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18" name="组合 1817">
            <a:extLst>
              <a:ext uri="{FF2B5EF4-FFF2-40B4-BE49-F238E27FC236}">
                <a16:creationId xmlns:a16="http://schemas.microsoft.com/office/drawing/2014/main" id="{E5164F34-9E46-3C5A-7C85-5B6A0A72C374}"/>
              </a:ext>
            </a:extLst>
          </p:cNvPr>
          <p:cNvGrpSpPr/>
          <p:nvPr/>
        </p:nvGrpSpPr>
        <p:grpSpPr>
          <a:xfrm>
            <a:off x="13361712" y="2473389"/>
            <a:ext cx="1929765" cy="1483946"/>
            <a:chOff x="31381" y="3343"/>
            <a:chExt cx="3039" cy="2337"/>
          </a:xfrm>
        </p:grpSpPr>
        <p:grpSp>
          <p:nvGrpSpPr>
            <p:cNvPr id="1819" name="组合 1818">
              <a:extLst>
                <a:ext uri="{FF2B5EF4-FFF2-40B4-BE49-F238E27FC236}">
                  <a16:creationId xmlns:a16="http://schemas.microsoft.com/office/drawing/2014/main" id="{A81A983B-2E12-DE84-68EA-51B385B253D6}"/>
                </a:ext>
              </a:extLst>
            </p:cNvPr>
            <p:cNvGrpSpPr/>
            <p:nvPr/>
          </p:nvGrpSpPr>
          <p:grpSpPr>
            <a:xfrm>
              <a:off x="31773" y="3343"/>
              <a:ext cx="2304" cy="2337"/>
              <a:chOff x="770" y="7848"/>
              <a:chExt cx="2010" cy="2143"/>
            </a:xfrm>
          </p:grpSpPr>
          <p:pic>
            <p:nvPicPr>
              <p:cNvPr id="1821" name="图片 1820" descr="gt">
                <a:extLst>
                  <a:ext uri="{FF2B5EF4-FFF2-40B4-BE49-F238E27FC236}">
                    <a16:creationId xmlns:a16="http://schemas.microsoft.com/office/drawing/2014/main" id="{6F0D2DC2-7EC7-8317-37E2-29DC122B59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rcRect r="2161" b="2569"/>
              <a:stretch>
                <a:fillRect/>
              </a:stretch>
            </p:blipFill>
            <p:spPr>
              <a:xfrm>
                <a:off x="1019" y="8240"/>
                <a:ext cx="1518" cy="1239"/>
              </a:xfrm>
              <a:prstGeom prst="rect">
                <a:avLst/>
              </a:prstGeom>
            </p:spPr>
          </p:pic>
          <p:sp>
            <p:nvSpPr>
              <p:cNvPr id="1822" name="文本框 1821">
                <a:extLst>
                  <a:ext uri="{FF2B5EF4-FFF2-40B4-BE49-F238E27FC236}">
                    <a16:creationId xmlns:a16="http://schemas.microsoft.com/office/drawing/2014/main" id="{DC9036F3-6B94-6CCA-386D-F1C2536C275F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1540" y="9479"/>
                <a:ext cx="475" cy="51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Y</a:t>
                </a:r>
              </a:p>
            </p:txBody>
          </p:sp>
          <p:sp>
            <p:nvSpPr>
              <p:cNvPr id="1823" name="文本框 1822">
                <a:extLst>
                  <a:ext uri="{FF2B5EF4-FFF2-40B4-BE49-F238E27FC236}">
                    <a16:creationId xmlns:a16="http://schemas.microsoft.com/office/drawing/2014/main" id="{124E52E4-E7AE-A5FF-59D1-70E440DC8AF0}"/>
                  </a:ext>
                </a:extLst>
              </p:cNvPr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770" y="7848"/>
                <a:ext cx="2010" cy="4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1600" b="1">
                    <a:latin typeface="Times New Roman" panose="02020603050405020304" charset="0"/>
                    <a:cs typeface="Times New Roman" panose="02020603050405020304" charset="0"/>
                  </a:rPr>
                  <a:t>Ground Truth</a:t>
                </a:r>
              </a:p>
            </p:txBody>
          </p:sp>
        </p:grpSp>
        <p:sp>
          <p:nvSpPr>
            <p:cNvPr id="1820" name="矩形 1819">
              <a:extLst>
                <a:ext uri="{FF2B5EF4-FFF2-40B4-BE49-F238E27FC236}">
                  <a16:creationId xmlns:a16="http://schemas.microsoft.com/office/drawing/2014/main" id="{53043CA2-D3DF-5D8B-6DEC-B0670FC7D130}"/>
                </a:ext>
              </a:extLst>
            </p:cNvPr>
            <p:cNvSpPr/>
            <p:nvPr/>
          </p:nvSpPr>
          <p:spPr>
            <a:xfrm>
              <a:off x="31381" y="3352"/>
              <a:ext cx="3039" cy="227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24" name="组合 1823">
            <a:extLst>
              <a:ext uri="{FF2B5EF4-FFF2-40B4-BE49-F238E27FC236}">
                <a16:creationId xmlns:a16="http://schemas.microsoft.com/office/drawing/2014/main" id="{D1C682C9-33CB-E34C-92E4-18AEBB8FCF3B}"/>
              </a:ext>
            </a:extLst>
          </p:cNvPr>
          <p:cNvGrpSpPr/>
          <p:nvPr/>
        </p:nvGrpSpPr>
        <p:grpSpPr>
          <a:xfrm>
            <a:off x="13361712" y="5254514"/>
            <a:ext cx="1929765" cy="1660525"/>
            <a:chOff x="28500" y="9609"/>
            <a:chExt cx="3039" cy="2615"/>
          </a:xfrm>
        </p:grpSpPr>
        <p:grpSp>
          <p:nvGrpSpPr>
            <p:cNvPr id="1825" name="组合 1824">
              <a:extLst>
                <a:ext uri="{FF2B5EF4-FFF2-40B4-BE49-F238E27FC236}">
                  <a16:creationId xmlns:a16="http://schemas.microsoft.com/office/drawing/2014/main" id="{AA80A36B-C692-38D8-0A47-EE00EE5DDE59}"/>
                </a:ext>
              </a:extLst>
            </p:cNvPr>
            <p:cNvGrpSpPr/>
            <p:nvPr/>
          </p:nvGrpSpPr>
          <p:grpSpPr>
            <a:xfrm>
              <a:off x="28575" y="9609"/>
              <a:ext cx="2964" cy="2513"/>
              <a:chOff x="12795" y="2985"/>
              <a:chExt cx="2964" cy="2513"/>
            </a:xfrm>
          </p:grpSpPr>
          <p:grpSp>
            <p:nvGrpSpPr>
              <p:cNvPr id="1827" name="组合 1826">
                <a:extLst>
                  <a:ext uri="{FF2B5EF4-FFF2-40B4-BE49-F238E27FC236}">
                    <a16:creationId xmlns:a16="http://schemas.microsoft.com/office/drawing/2014/main" id="{B4EFFB7A-CB6C-DFF7-7175-F18C41C1C898}"/>
                  </a:ext>
                </a:extLst>
              </p:cNvPr>
              <p:cNvGrpSpPr/>
              <p:nvPr/>
            </p:nvGrpSpPr>
            <p:grpSpPr>
              <a:xfrm>
                <a:off x="13421" y="3815"/>
                <a:ext cx="1739" cy="1683"/>
                <a:chOff x="13905" y="8353"/>
                <a:chExt cx="1739" cy="1683"/>
              </a:xfrm>
            </p:grpSpPr>
            <p:sp>
              <p:nvSpPr>
                <p:cNvPr id="1829" name="文本框 1828">
                  <a:extLst>
                    <a:ext uri="{FF2B5EF4-FFF2-40B4-BE49-F238E27FC236}">
                      <a16:creationId xmlns:a16="http://schemas.microsoft.com/office/drawing/2014/main" id="{071EC415-DC71-E6CF-DF07-C5E05BADE937}"/>
                    </a:ext>
                  </a:extLst>
                </p:cNvPr>
                <p:cNvSpPr txBox="1"/>
                <p:nvPr>
                  <p:custDataLst>
                    <p:tags r:id="rId7"/>
                  </p:custDataLst>
                </p:nvPr>
              </p:nvSpPr>
              <p:spPr>
                <a:xfrm>
                  <a:off x="14333" y="9524"/>
                  <a:ext cx="875" cy="51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:r>
                    <a:rPr lang="en-US" altLang="zh-CN" b="1" i="1">
                      <a:latin typeface="Times New Roman" panose="02020603050405020304" charset="0"/>
                      <a:cs typeface="Times New Roman" panose="02020603050405020304" charset="0"/>
                    </a:rPr>
                    <a:t>Y</a:t>
                  </a:r>
                  <a:r>
                    <a:rPr lang="en-US" altLang="zh-CN" b="1" i="1" baseline="-25000">
                      <a:latin typeface="Times New Roman" panose="02020603050405020304" charset="0"/>
                      <a:cs typeface="Times New Roman" panose="02020603050405020304" charset="0"/>
                    </a:rPr>
                    <a:t>sp</a:t>
                  </a:r>
                </a:p>
              </p:txBody>
            </p:sp>
            <p:pic>
              <p:nvPicPr>
                <p:cNvPr id="1830" name="图片 1829" descr="gt-node">
                  <a:extLst>
                    <a:ext uri="{FF2B5EF4-FFF2-40B4-BE49-F238E27FC236}">
                      <a16:creationId xmlns:a16="http://schemas.microsoft.com/office/drawing/2014/main" id="{E98A5845-7442-2570-E9E4-764706A8D6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3905" y="8353"/>
                  <a:ext cx="1739" cy="1272"/>
                </a:xfrm>
                <a:prstGeom prst="rect">
                  <a:avLst/>
                </a:prstGeom>
              </p:spPr>
            </p:pic>
          </p:grpSp>
          <p:sp>
            <p:nvSpPr>
              <p:cNvPr id="1828" name="文本框 1827">
                <a:extLst>
                  <a:ext uri="{FF2B5EF4-FFF2-40B4-BE49-F238E27FC236}">
                    <a16:creationId xmlns:a16="http://schemas.microsoft.com/office/drawing/2014/main" id="{D292757C-1A2C-EC86-E9E8-3999A4D5FC90}"/>
                  </a:ext>
                </a:extLst>
              </p:cNvPr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2795" y="2985"/>
                <a:ext cx="2964" cy="72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1600" b="1">
                    <a:latin typeface="Times New Roman" panose="02020603050405020304" charset="0"/>
                    <a:cs typeface="Times New Roman" panose="02020603050405020304" charset="0"/>
                  </a:rPr>
                  <a:t>Class Distribution </a:t>
                </a:r>
              </a:p>
              <a:p>
                <a:pPr algn="ctr"/>
                <a:r>
                  <a:rPr lang="en-US" altLang="zh-CN" sz="1600" b="1">
                    <a:latin typeface="Times New Roman" panose="02020603050405020304" charset="0"/>
                    <a:cs typeface="Times New Roman" panose="02020603050405020304" charset="0"/>
                  </a:rPr>
                  <a:t>in Superpixels</a:t>
                </a:r>
              </a:p>
            </p:txBody>
          </p:sp>
        </p:grpSp>
        <p:sp>
          <p:nvSpPr>
            <p:cNvPr id="1826" name="矩形 1825">
              <a:extLst>
                <a:ext uri="{FF2B5EF4-FFF2-40B4-BE49-F238E27FC236}">
                  <a16:creationId xmlns:a16="http://schemas.microsoft.com/office/drawing/2014/main" id="{0C3AAE0B-1837-19D3-CDAB-C0CEE937B7AC}"/>
                </a:ext>
              </a:extLst>
            </p:cNvPr>
            <p:cNvSpPr/>
            <p:nvPr/>
          </p:nvSpPr>
          <p:spPr>
            <a:xfrm>
              <a:off x="28500" y="9609"/>
              <a:ext cx="3038" cy="261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31" name="组合 1830">
            <a:extLst>
              <a:ext uri="{FF2B5EF4-FFF2-40B4-BE49-F238E27FC236}">
                <a16:creationId xmlns:a16="http://schemas.microsoft.com/office/drawing/2014/main" id="{F8E6E469-B7D9-C823-3DE9-1610FE7B89DB}"/>
              </a:ext>
            </a:extLst>
          </p:cNvPr>
          <p:cNvGrpSpPr/>
          <p:nvPr/>
        </p:nvGrpSpPr>
        <p:grpSpPr>
          <a:xfrm>
            <a:off x="13042164" y="7975489"/>
            <a:ext cx="2534567" cy="1544955"/>
            <a:chOff x="28220" y="12414"/>
            <a:chExt cx="3991" cy="2433"/>
          </a:xfrm>
        </p:grpSpPr>
        <p:grpSp>
          <p:nvGrpSpPr>
            <p:cNvPr id="1832" name="组合 1831">
              <a:extLst>
                <a:ext uri="{FF2B5EF4-FFF2-40B4-BE49-F238E27FC236}">
                  <a16:creationId xmlns:a16="http://schemas.microsoft.com/office/drawing/2014/main" id="{BB24C234-F808-3972-8CDD-CABF8E7085F2}"/>
                </a:ext>
              </a:extLst>
            </p:cNvPr>
            <p:cNvGrpSpPr/>
            <p:nvPr/>
          </p:nvGrpSpPr>
          <p:grpSpPr>
            <a:xfrm>
              <a:off x="28220" y="12414"/>
              <a:ext cx="3991" cy="2341"/>
              <a:chOff x="15531" y="7786"/>
              <a:chExt cx="3990" cy="2341"/>
            </a:xfrm>
          </p:grpSpPr>
          <p:sp>
            <p:nvSpPr>
              <p:cNvPr id="1834" name="文本框 1833">
                <a:extLst>
                  <a:ext uri="{FF2B5EF4-FFF2-40B4-BE49-F238E27FC236}">
                    <a16:creationId xmlns:a16="http://schemas.microsoft.com/office/drawing/2014/main" id="{2DDD9870-70BB-474F-A762-0FEF1C0C46C4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5531" y="7786"/>
                <a:ext cx="3990" cy="46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1600" b="1">
                    <a:latin typeface="Times New Roman" panose="02020603050405020304" charset="0"/>
                    <a:cs typeface="Times New Roman" panose="02020603050405020304" charset="0"/>
                  </a:rPr>
                  <a:t>Node-Wise Prediction</a:t>
                </a:r>
              </a:p>
            </p:txBody>
          </p:sp>
          <p:sp>
            <p:nvSpPr>
              <p:cNvPr id="1835" name="文本框 1834">
                <a:extLst>
                  <a:ext uri="{FF2B5EF4-FFF2-40B4-BE49-F238E27FC236}">
                    <a16:creationId xmlns:a16="http://schemas.microsoft.com/office/drawing/2014/main" id="{597731FD-2A0E-5E47-8109-30B9F60DE1D4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7053" y="9630"/>
                <a:ext cx="836" cy="497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indent="0" algn="ctr" fontAlgn="auto">
                  <a:lnSpc>
                    <a:spcPts val="1000"/>
                  </a:lnSpc>
                </a:pPr>
                <a:r>
                  <a:rPr lang="en-US" altLang="zh-CN" sz="1000" b="1" i="1">
                    <a:latin typeface="Times New Roman" panose="02020603050405020304" charset="0"/>
                    <a:cs typeface="Times New Roman" panose="02020603050405020304" charset="0"/>
                  </a:rPr>
                  <a:t>^</a:t>
                </a:r>
              </a:p>
              <a:p>
                <a:pPr indent="0" algn="ctr" fontAlgn="auto">
                  <a:lnSpc>
                    <a:spcPts val="1000"/>
                  </a:lnSpc>
                </a:pPr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 Y</a:t>
                </a:r>
                <a:r>
                  <a:rPr lang="en-US" altLang="zh-CN" b="1" i="1" baseline="-25000"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sp</a:t>
                </a:r>
              </a:p>
            </p:txBody>
          </p:sp>
          <p:pic>
            <p:nvPicPr>
              <p:cNvPr id="1836" name="图片 1835" descr="pred-node">
                <a:extLst>
                  <a:ext uri="{FF2B5EF4-FFF2-40B4-BE49-F238E27FC236}">
                    <a16:creationId xmlns:a16="http://schemas.microsoft.com/office/drawing/2014/main" id="{07798B60-4EA2-D5B5-1E1B-6074921D6F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6709" y="8282"/>
                <a:ext cx="1738" cy="1304"/>
              </a:xfrm>
              <a:prstGeom prst="rect">
                <a:avLst/>
              </a:prstGeom>
            </p:spPr>
          </p:pic>
        </p:grpSp>
        <p:sp>
          <p:nvSpPr>
            <p:cNvPr id="1833" name="矩形 1832">
              <a:extLst>
                <a:ext uri="{FF2B5EF4-FFF2-40B4-BE49-F238E27FC236}">
                  <a16:creationId xmlns:a16="http://schemas.microsoft.com/office/drawing/2014/main" id="{2811B2B7-50AA-DDB7-9D2D-955141C17F14}"/>
                </a:ext>
              </a:extLst>
            </p:cNvPr>
            <p:cNvSpPr/>
            <p:nvPr/>
          </p:nvSpPr>
          <p:spPr>
            <a:xfrm>
              <a:off x="28700" y="12414"/>
              <a:ext cx="3063" cy="243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37" name="组合 1836">
            <a:extLst>
              <a:ext uri="{FF2B5EF4-FFF2-40B4-BE49-F238E27FC236}">
                <a16:creationId xmlns:a16="http://schemas.microsoft.com/office/drawing/2014/main" id="{37EC464F-A945-5E43-CBF6-30B2DEC40A12}"/>
              </a:ext>
            </a:extLst>
          </p:cNvPr>
          <p:cNvGrpSpPr/>
          <p:nvPr/>
        </p:nvGrpSpPr>
        <p:grpSpPr>
          <a:xfrm>
            <a:off x="341037" y="2447179"/>
            <a:ext cx="1511300" cy="1479550"/>
            <a:chOff x="8410" y="4273"/>
            <a:chExt cx="2380" cy="2330"/>
          </a:xfrm>
        </p:grpSpPr>
        <p:grpSp>
          <p:nvGrpSpPr>
            <p:cNvPr id="1838" name="组合 1837">
              <a:extLst>
                <a:ext uri="{FF2B5EF4-FFF2-40B4-BE49-F238E27FC236}">
                  <a16:creationId xmlns:a16="http://schemas.microsoft.com/office/drawing/2014/main" id="{5FB0B0B4-8A19-E9D4-4337-C44F76AD58B7}"/>
                </a:ext>
              </a:extLst>
            </p:cNvPr>
            <p:cNvGrpSpPr/>
            <p:nvPr/>
          </p:nvGrpSpPr>
          <p:grpSpPr>
            <a:xfrm>
              <a:off x="8533" y="4273"/>
              <a:ext cx="2055" cy="2331"/>
              <a:chOff x="599" y="1015"/>
              <a:chExt cx="2055" cy="2331"/>
            </a:xfrm>
          </p:grpSpPr>
          <p:pic>
            <p:nvPicPr>
              <p:cNvPr id="1840" name="图片 1839" descr="image">
                <a:extLst>
                  <a:ext uri="{FF2B5EF4-FFF2-40B4-BE49-F238E27FC236}">
                    <a16:creationId xmlns:a16="http://schemas.microsoft.com/office/drawing/2014/main" id="{40DA71C2-D990-B21D-3AA3-601A5C29D95A}"/>
                  </a:ext>
                </a:extLst>
              </p:cNvPr>
              <p:cNvPicPr>
                <a:picLocks noChangeAspect="1"/>
              </p:cNvPicPr>
              <p:nvPr>
                <p:custDataLst>
                  <p:tags r:id="rId1"/>
                </p:custDataLst>
              </p:nvPr>
            </p:nvPicPr>
            <p:blipFill>
              <a:blip r:embed="rId25"/>
              <a:srcRect r="2363" b="2444"/>
              <a:stretch>
                <a:fillRect/>
              </a:stretch>
            </p:blipFill>
            <p:spPr>
              <a:xfrm>
                <a:off x="812" y="1648"/>
                <a:ext cx="1648" cy="1236"/>
              </a:xfrm>
              <a:prstGeom prst="rect">
                <a:avLst/>
              </a:prstGeom>
            </p:spPr>
          </p:pic>
          <p:sp>
            <p:nvSpPr>
              <p:cNvPr id="1841" name="文本框 1840">
                <a:extLst>
                  <a:ext uri="{FF2B5EF4-FFF2-40B4-BE49-F238E27FC236}">
                    <a16:creationId xmlns:a16="http://schemas.microsoft.com/office/drawing/2014/main" id="{CA77F375-1166-3789-A4E0-1088B32F7082}"/>
                  </a:ext>
                </a:extLst>
              </p:cNvPr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599" y="1015"/>
                <a:ext cx="2055" cy="4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sz="1600" b="1">
                    <a:latin typeface="Times New Roman" panose="02020603050405020304" charset="0"/>
                    <a:cs typeface="Times New Roman" panose="02020603050405020304" charset="0"/>
                  </a:rPr>
                  <a:t>Input Image</a:t>
                </a:r>
              </a:p>
            </p:txBody>
          </p:sp>
          <p:sp>
            <p:nvSpPr>
              <p:cNvPr id="1842" name="文本框 1841">
                <a:extLst>
                  <a:ext uri="{FF2B5EF4-FFF2-40B4-BE49-F238E27FC236}">
                    <a16:creationId xmlns:a16="http://schemas.microsoft.com/office/drawing/2014/main" id="{9F0C4394-72A6-D6CE-DD13-A496A97490C5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1326" y="2834"/>
                <a:ext cx="475" cy="512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b="1" i="1">
                    <a:latin typeface="Times New Roman" panose="02020603050405020304" charset="0"/>
                    <a:cs typeface="Times New Roman" panose="02020603050405020304" charset="0"/>
                  </a:rPr>
                  <a:t>X</a:t>
                </a:r>
              </a:p>
            </p:txBody>
          </p:sp>
        </p:grpSp>
        <p:sp>
          <p:nvSpPr>
            <p:cNvPr id="1839" name="矩形 1838">
              <a:extLst>
                <a:ext uri="{FF2B5EF4-FFF2-40B4-BE49-F238E27FC236}">
                  <a16:creationId xmlns:a16="http://schemas.microsoft.com/office/drawing/2014/main" id="{C203FCF3-76C6-B264-E414-223C8634B22B}"/>
                </a:ext>
              </a:extLst>
            </p:cNvPr>
            <p:cNvSpPr/>
            <p:nvPr/>
          </p:nvSpPr>
          <p:spPr>
            <a:xfrm>
              <a:off x="8410" y="4273"/>
              <a:ext cx="2381" cy="23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843" name="直接箭头连接符 1842">
            <a:extLst>
              <a:ext uri="{FF2B5EF4-FFF2-40B4-BE49-F238E27FC236}">
                <a16:creationId xmlns:a16="http://schemas.microsoft.com/office/drawing/2014/main" id="{1B2C2667-1445-DD35-2D27-B0A8A029B4B2}"/>
              </a:ext>
            </a:extLst>
          </p:cNvPr>
          <p:cNvCxnSpPr/>
          <p:nvPr/>
        </p:nvCxnSpPr>
        <p:spPr>
          <a:xfrm flipH="1">
            <a:off x="9389787" y="5255149"/>
            <a:ext cx="4445" cy="4622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4" name="直接箭头连接符 1843">
            <a:extLst>
              <a:ext uri="{FF2B5EF4-FFF2-40B4-BE49-F238E27FC236}">
                <a16:creationId xmlns:a16="http://schemas.microsoft.com/office/drawing/2014/main" id="{34B21A85-A371-C236-B29C-756108617655}"/>
              </a:ext>
            </a:extLst>
          </p:cNvPr>
          <p:cNvCxnSpPr/>
          <p:nvPr/>
        </p:nvCxnSpPr>
        <p:spPr>
          <a:xfrm>
            <a:off x="5468662" y="4512834"/>
            <a:ext cx="2692400" cy="6350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5" name="直接箭头连接符 1844">
            <a:extLst>
              <a:ext uri="{FF2B5EF4-FFF2-40B4-BE49-F238E27FC236}">
                <a16:creationId xmlns:a16="http://schemas.microsoft.com/office/drawing/2014/main" id="{54F743E3-45DD-48D2-5981-6BA176C820BE}"/>
              </a:ext>
            </a:extLst>
          </p:cNvPr>
          <p:cNvCxnSpPr/>
          <p:nvPr/>
        </p:nvCxnSpPr>
        <p:spPr>
          <a:xfrm>
            <a:off x="5153067" y="2054114"/>
            <a:ext cx="1479550" cy="50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6" name="直接箭头连接符 1845">
            <a:extLst>
              <a:ext uri="{FF2B5EF4-FFF2-40B4-BE49-F238E27FC236}">
                <a16:creationId xmlns:a16="http://schemas.microsoft.com/office/drawing/2014/main" id="{6A888754-B462-8B7F-4083-436B89286155}"/>
              </a:ext>
            </a:extLst>
          </p:cNvPr>
          <p:cNvCxnSpPr/>
          <p:nvPr/>
        </p:nvCxnSpPr>
        <p:spPr>
          <a:xfrm>
            <a:off x="7462562" y="2923429"/>
            <a:ext cx="16510" cy="336042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7" name="直接箭头连接符 1846">
            <a:extLst>
              <a:ext uri="{FF2B5EF4-FFF2-40B4-BE49-F238E27FC236}">
                <a16:creationId xmlns:a16="http://schemas.microsoft.com/office/drawing/2014/main" id="{BF9638E2-8FC9-953A-F9E1-1065EF4170AB}"/>
              </a:ext>
            </a:extLst>
          </p:cNvPr>
          <p:cNvCxnSpPr/>
          <p:nvPr/>
        </p:nvCxnSpPr>
        <p:spPr>
          <a:xfrm flipH="1">
            <a:off x="7482882" y="6694059"/>
            <a:ext cx="6985" cy="17246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8" name="直接箭头连接符 1847">
            <a:extLst>
              <a:ext uri="{FF2B5EF4-FFF2-40B4-BE49-F238E27FC236}">
                <a16:creationId xmlns:a16="http://schemas.microsoft.com/office/drawing/2014/main" id="{E51C51F9-1B91-BBA0-6E1A-0637BB9FF5F7}"/>
              </a:ext>
            </a:extLst>
          </p:cNvPr>
          <p:cNvCxnSpPr/>
          <p:nvPr/>
        </p:nvCxnSpPr>
        <p:spPr>
          <a:xfrm flipH="1" flipV="1">
            <a:off x="11260497" y="2923429"/>
            <a:ext cx="3175" cy="333819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9" name="直接箭头连接符 1848">
            <a:extLst>
              <a:ext uri="{FF2B5EF4-FFF2-40B4-BE49-F238E27FC236}">
                <a16:creationId xmlns:a16="http://schemas.microsoft.com/office/drawing/2014/main" id="{1DCA1F5D-7177-FBE1-CC68-72C616BE1BA8}"/>
              </a:ext>
            </a:extLst>
          </p:cNvPr>
          <p:cNvCxnSpPr/>
          <p:nvPr/>
        </p:nvCxnSpPr>
        <p:spPr>
          <a:xfrm flipV="1">
            <a:off x="11395752" y="6700409"/>
            <a:ext cx="5715" cy="1699260"/>
          </a:xfrm>
          <a:prstGeom prst="straightConnector1">
            <a:avLst/>
          </a:prstGeom>
          <a:ln w="28575">
            <a:solidFill>
              <a:srgbClr val="E61B1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0" name="直接箭头连接符 1849">
            <a:extLst>
              <a:ext uri="{FF2B5EF4-FFF2-40B4-BE49-F238E27FC236}">
                <a16:creationId xmlns:a16="http://schemas.microsoft.com/office/drawing/2014/main" id="{83765F28-AC45-F2B0-85B7-817621CFFC5F}"/>
              </a:ext>
            </a:extLst>
          </p:cNvPr>
          <p:cNvCxnSpPr/>
          <p:nvPr/>
        </p:nvCxnSpPr>
        <p:spPr>
          <a:xfrm>
            <a:off x="10194967" y="5254514"/>
            <a:ext cx="659130" cy="10223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1" name="直接箭头连接符 1850">
            <a:extLst>
              <a:ext uri="{FF2B5EF4-FFF2-40B4-BE49-F238E27FC236}">
                <a16:creationId xmlns:a16="http://schemas.microsoft.com/office/drawing/2014/main" id="{A7680000-EDFB-6F7E-FF45-ED0251AFFE40}"/>
              </a:ext>
            </a:extLst>
          </p:cNvPr>
          <p:cNvCxnSpPr>
            <a:cxnSpLocks/>
          </p:cNvCxnSpPr>
          <p:nvPr/>
        </p:nvCxnSpPr>
        <p:spPr>
          <a:xfrm>
            <a:off x="10582317" y="4429014"/>
            <a:ext cx="3194050" cy="88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2" name="直接箭头连接符 1851">
            <a:extLst>
              <a:ext uri="{FF2B5EF4-FFF2-40B4-BE49-F238E27FC236}">
                <a16:creationId xmlns:a16="http://schemas.microsoft.com/office/drawing/2014/main" id="{956BA690-4558-250A-4C50-FBA443268D03}"/>
              </a:ext>
            </a:extLst>
          </p:cNvPr>
          <p:cNvCxnSpPr/>
          <p:nvPr/>
        </p:nvCxnSpPr>
        <p:spPr>
          <a:xfrm>
            <a:off x="12161562" y="8663194"/>
            <a:ext cx="120015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3" name="肘形连接符 165">
            <a:extLst>
              <a:ext uri="{FF2B5EF4-FFF2-40B4-BE49-F238E27FC236}">
                <a16:creationId xmlns:a16="http://schemas.microsoft.com/office/drawing/2014/main" id="{C42C2ADE-B81D-5A04-394F-B1C6BCDE45E1}"/>
              </a:ext>
            </a:extLst>
          </p:cNvPr>
          <p:cNvCxnSpPr/>
          <p:nvPr/>
        </p:nvCxnSpPr>
        <p:spPr>
          <a:xfrm flipV="1">
            <a:off x="1852972" y="2166509"/>
            <a:ext cx="1330960" cy="1020445"/>
          </a:xfrm>
          <a:prstGeom prst="bentConnector3">
            <a:avLst>
              <a:gd name="adj1" fmla="val 25811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4" name="肘形连接符 167">
            <a:extLst>
              <a:ext uri="{FF2B5EF4-FFF2-40B4-BE49-F238E27FC236}">
                <a16:creationId xmlns:a16="http://schemas.microsoft.com/office/drawing/2014/main" id="{B12161D3-74F7-1E97-9145-8E3EEF3AFCD8}"/>
              </a:ext>
            </a:extLst>
          </p:cNvPr>
          <p:cNvCxnSpPr/>
          <p:nvPr/>
        </p:nvCxnSpPr>
        <p:spPr>
          <a:xfrm rot="5400000" flipV="1">
            <a:off x="1710097" y="3367294"/>
            <a:ext cx="1558290" cy="582930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5" name="文本框 1854">
            <a:extLst>
              <a:ext uri="{FF2B5EF4-FFF2-40B4-BE49-F238E27FC236}">
                <a16:creationId xmlns:a16="http://schemas.microsoft.com/office/drawing/2014/main" id="{D95B7108-907F-8C78-7A88-2F7666850320}"/>
              </a:ext>
            </a:extLst>
          </p:cNvPr>
          <p:cNvSpPr txBox="1"/>
          <p:nvPr/>
        </p:nvSpPr>
        <p:spPr>
          <a:xfrm>
            <a:off x="6258602" y="-130286"/>
            <a:ext cx="604837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Pixel Domain</a:t>
            </a:r>
          </a:p>
        </p:txBody>
      </p:sp>
      <p:sp>
        <p:nvSpPr>
          <p:cNvPr id="1856" name="文本框 1855">
            <a:extLst>
              <a:ext uri="{FF2B5EF4-FFF2-40B4-BE49-F238E27FC236}">
                <a16:creationId xmlns:a16="http://schemas.microsoft.com/office/drawing/2014/main" id="{6F10BAE9-149A-D5C6-FEF4-AAB5FEA1B900}"/>
              </a:ext>
            </a:extLst>
          </p:cNvPr>
          <p:cNvSpPr txBox="1"/>
          <p:nvPr/>
        </p:nvSpPr>
        <p:spPr>
          <a:xfrm>
            <a:off x="7765457" y="10001139"/>
            <a:ext cx="3088640" cy="6203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800" b="1" i="1" dirty="0" err="1">
                <a:latin typeface="Times New Roman" panose="02020603050405020304" charset="0"/>
                <a:cs typeface="Times New Roman" panose="02020603050405020304" charset="0"/>
              </a:rPr>
              <a:t>Superpixel</a:t>
            </a:r>
            <a:r>
              <a:rPr lang="en-US" altLang="zh-CN" sz="2800" b="1" i="1" dirty="0">
                <a:latin typeface="Times New Roman" panose="02020603050405020304" charset="0"/>
                <a:cs typeface="Times New Roman" panose="02020603050405020304" charset="0"/>
              </a:rPr>
              <a:t> Domain</a:t>
            </a:r>
          </a:p>
        </p:txBody>
      </p:sp>
      <p:sp>
        <p:nvSpPr>
          <p:cNvPr id="1857" name="文本框 1856">
            <a:extLst>
              <a:ext uri="{FF2B5EF4-FFF2-40B4-BE49-F238E27FC236}">
                <a16:creationId xmlns:a16="http://schemas.microsoft.com/office/drawing/2014/main" id="{BDBF65CE-5AD6-DD5C-1D19-CC2DF19BC979}"/>
              </a:ext>
            </a:extLst>
          </p:cNvPr>
          <p:cNvSpPr txBox="1"/>
          <p:nvPr/>
        </p:nvSpPr>
        <p:spPr>
          <a:xfrm>
            <a:off x="2181990" y="-138553"/>
            <a:ext cx="161145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i="1" dirty="0">
                <a:latin typeface="Times New Roman" panose="02020603050405020304" charset="0"/>
                <a:cs typeface="Times New Roman" panose="02020603050405020304" charset="0"/>
              </a:rPr>
              <a:t>Encoding</a:t>
            </a:r>
          </a:p>
        </p:txBody>
      </p:sp>
      <p:sp>
        <p:nvSpPr>
          <p:cNvPr id="1859" name="文本框 1858">
            <a:extLst>
              <a:ext uri="{FF2B5EF4-FFF2-40B4-BE49-F238E27FC236}">
                <a16:creationId xmlns:a16="http://schemas.microsoft.com/office/drawing/2014/main" id="{F8DAAE4A-0BD3-7826-C49D-4753FDAE4E34}"/>
              </a:ext>
            </a:extLst>
          </p:cNvPr>
          <p:cNvSpPr txBox="1"/>
          <p:nvPr/>
        </p:nvSpPr>
        <p:spPr>
          <a:xfrm>
            <a:off x="13418880" y="-131049"/>
            <a:ext cx="1775783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i="1">
                <a:latin typeface="Times New Roman" panose="02020603050405020304" charset="0"/>
                <a:cs typeface="Times New Roman" panose="02020603050405020304" charset="0"/>
              </a:rPr>
              <a:t>Prediction</a:t>
            </a:r>
          </a:p>
        </p:txBody>
      </p:sp>
      <p:cxnSp>
        <p:nvCxnSpPr>
          <p:cNvPr id="1860" name="直接箭头连接符 1859">
            <a:extLst>
              <a:ext uri="{FF2B5EF4-FFF2-40B4-BE49-F238E27FC236}">
                <a16:creationId xmlns:a16="http://schemas.microsoft.com/office/drawing/2014/main" id="{AA174A03-43BC-057A-CC07-83438D4511AA}"/>
              </a:ext>
            </a:extLst>
          </p:cNvPr>
          <p:cNvCxnSpPr/>
          <p:nvPr/>
        </p:nvCxnSpPr>
        <p:spPr>
          <a:xfrm>
            <a:off x="8067717" y="2184924"/>
            <a:ext cx="344170" cy="2540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1" name="直接箭头连接符 1860">
            <a:extLst>
              <a:ext uri="{FF2B5EF4-FFF2-40B4-BE49-F238E27FC236}">
                <a16:creationId xmlns:a16="http://schemas.microsoft.com/office/drawing/2014/main" id="{9A4096E9-00D8-9964-1BB2-E2D8556E5F52}"/>
              </a:ext>
            </a:extLst>
          </p:cNvPr>
          <p:cNvCxnSpPr/>
          <p:nvPr/>
        </p:nvCxnSpPr>
        <p:spPr>
          <a:xfrm flipH="1">
            <a:off x="10127022" y="2049669"/>
            <a:ext cx="407035" cy="444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2" name="肘形连接符 50">
            <a:extLst>
              <a:ext uri="{FF2B5EF4-FFF2-40B4-BE49-F238E27FC236}">
                <a16:creationId xmlns:a16="http://schemas.microsoft.com/office/drawing/2014/main" id="{C2AAFD78-5EAE-DC24-07EA-E7A047546D66}"/>
              </a:ext>
            </a:extLst>
          </p:cNvPr>
          <p:cNvCxnSpPr>
            <a:cxnSpLocks/>
          </p:cNvCxnSpPr>
          <p:nvPr/>
        </p:nvCxnSpPr>
        <p:spPr>
          <a:xfrm flipV="1">
            <a:off x="9102767" y="1133999"/>
            <a:ext cx="4231005" cy="662305"/>
          </a:xfrm>
          <a:prstGeom prst="bentConnector3">
            <a:avLst>
              <a:gd name="adj1" fmla="val 248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3" name="直接箭头连接符 1862">
            <a:extLst>
              <a:ext uri="{FF2B5EF4-FFF2-40B4-BE49-F238E27FC236}">
                <a16:creationId xmlns:a16="http://schemas.microsoft.com/office/drawing/2014/main" id="{C2E894CE-5797-E901-21BF-46F222CECD12}"/>
              </a:ext>
            </a:extLst>
          </p:cNvPr>
          <p:cNvCxnSpPr/>
          <p:nvPr/>
        </p:nvCxnSpPr>
        <p:spPr>
          <a:xfrm flipH="1">
            <a:off x="7790857" y="5253244"/>
            <a:ext cx="788035" cy="1032510"/>
          </a:xfrm>
          <a:prstGeom prst="straightConnector1">
            <a:avLst/>
          </a:prstGeom>
          <a:ln w="28575">
            <a:solidFill>
              <a:srgbClr val="E61B1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4" name="直接箭头连接符 1863">
            <a:extLst>
              <a:ext uri="{FF2B5EF4-FFF2-40B4-BE49-F238E27FC236}">
                <a16:creationId xmlns:a16="http://schemas.microsoft.com/office/drawing/2014/main" id="{2CEB63AF-AC52-C1C3-23E2-D15D1284B8A7}"/>
              </a:ext>
            </a:extLst>
          </p:cNvPr>
          <p:cNvCxnSpPr/>
          <p:nvPr/>
        </p:nvCxnSpPr>
        <p:spPr>
          <a:xfrm>
            <a:off x="7331752" y="2937399"/>
            <a:ext cx="0" cy="3352800"/>
          </a:xfrm>
          <a:prstGeom prst="straightConnector1">
            <a:avLst/>
          </a:prstGeom>
          <a:ln w="28575">
            <a:solidFill>
              <a:srgbClr val="E61B1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5" name="直接箭头连接符 1864">
            <a:extLst>
              <a:ext uri="{FF2B5EF4-FFF2-40B4-BE49-F238E27FC236}">
                <a16:creationId xmlns:a16="http://schemas.microsoft.com/office/drawing/2014/main" id="{B45D000B-28B7-A648-C3D3-C6C8BB00640F}"/>
              </a:ext>
            </a:extLst>
          </p:cNvPr>
          <p:cNvCxnSpPr/>
          <p:nvPr/>
        </p:nvCxnSpPr>
        <p:spPr>
          <a:xfrm flipH="1">
            <a:off x="7330482" y="6706759"/>
            <a:ext cx="6985" cy="1711960"/>
          </a:xfrm>
          <a:prstGeom prst="straightConnector1">
            <a:avLst/>
          </a:prstGeom>
          <a:ln w="28575">
            <a:solidFill>
              <a:srgbClr val="E61B1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6" name="直接箭头连接符 1865">
            <a:extLst>
              <a:ext uri="{FF2B5EF4-FFF2-40B4-BE49-F238E27FC236}">
                <a16:creationId xmlns:a16="http://schemas.microsoft.com/office/drawing/2014/main" id="{6B6B46FF-4439-265A-EC82-EAF6B4D8DD04}"/>
              </a:ext>
            </a:extLst>
          </p:cNvPr>
          <p:cNvCxnSpPr/>
          <p:nvPr/>
        </p:nvCxnSpPr>
        <p:spPr>
          <a:xfrm flipV="1">
            <a:off x="11274467" y="6694059"/>
            <a:ext cx="0" cy="170180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7" name="直接箭头连接符 1866">
            <a:extLst>
              <a:ext uri="{FF2B5EF4-FFF2-40B4-BE49-F238E27FC236}">
                <a16:creationId xmlns:a16="http://schemas.microsoft.com/office/drawing/2014/main" id="{C232B573-12DD-62DD-D7AB-8670CC3C14F0}"/>
              </a:ext>
            </a:extLst>
          </p:cNvPr>
          <p:cNvCxnSpPr/>
          <p:nvPr/>
        </p:nvCxnSpPr>
        <p:spPr>
          <a:xfrm flipH="1" flipV="1">
            <a:off x="11400832" y="2923429"/>
            <a:ext cx="7620" cy="3345180"/>
          </a:xfrm>
          <a:prstGeom prst="straightConnector1">
            <a:avLst/>
          </a:prstGeom>
          <a:ln w="28575">
            <a:solidFill>
              <a:srgbClr val="E61B1B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8" name="肘形连接符 80">
            <a:extLst>
              <a:ext uri="{FF2B5EF4-FFF2-40B4-BE49-F238E27FC236}">
                <a16:creationId xmlns:a16="http://schemas.microsoft.com/office/drawing/2014/main" id="{ABA8D376-6BE8-75AB-0565-8648AABE59BC}"/>
              </a:ext>
            </a:extLst>
          </p:cNvPr>
          <p:cNvCxnSpPr>
            <a:cxnSpLocks/>
            <a:stCxn id="1811" idx="0"/>
            <a:endCxn id="1814" idx="1"/>
          </p:cNvCxnSpPr>
          <p:nvPr/>
        </p:nvCxnSpPr>
        <p:spPr>
          <a:xfrm rot="5400000" flipH="1" flipV="1">
            <a:off x="11031847" y="-499171"/>
            <a:ext cx="541020" cy="4086761"/>
          </a:xfrm>
          <a:prstGeom prst="bentConnector2">
            <a:avLst/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9" name="直接箭头连接符 1868">
            <a:extLst>
              <a:ext uri="{FF2B5EF4-FFF2-40B4-BE49-F238E27FC236}">
                <a16:creationId xmlns:a16="http://schemas.microsoft.com/office/drawing/2014/main" id="{E25A93CD-AD5C-2492-7044-550500343DDC}"/>
              </a:ext>
            </a:extLst>
          </p:cNvPr>
          <p:cNvCxnSpPr/>
          <p:nvPr/>
        </p:nvCxnSpPr>
        <p:spPr>
          <a:xfrm flipH="1">
            <a:off x="14233567" y="6915039"/>
            <a:ext cx="5715" cy="105156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0" name="直接箭头连接符 1869">
            <a:extLst>
              <a:ext uri="{FF2B5EF4-FFF2-40B4-BE49-F238E27FC236}">
                <a16:creationId xmlns:a16="http://schemas.microsoft.com/office/drawing/2014/main" id="{9D024D1F-39A2-CF78-F628-FC8DBED2C097}"/>
              </a:ext>
            </a:extLst>
          </p:cNvPr>
          <p:cNvCxnSpPr/>
          <p:nvPr/>
        </p:nvCxnSpPr>
        <p:spPr>
          <a:xfrm flipH="1">
            <a:off x="14438672" y="1984899"/>
            <a:ext cx="3175" cy="4876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1" name="直接箭头连接符 1870">
            <a:extLst>
              <a:ext uri="{FF2B5EF4-FFF2-40B4-BE49-F238E27FC236}">
                <a16:creationId xmlns:a16="http://schemas.microsoft.com/office/drawing/2014/main" id="{FBDAF43F-24B1-CCF9-F19C-C393278ADE14}"/>
              </a:ext>
            </a:extLst>
          </p:cNvPr>
          <p:cNvCxnSpPr/>
          <p:nvPr/>
        </p:nvCxnSpPr>
        <p:spPr>
          <a:xfrm>
            <a:off x="5481362" y="4399804"/>
            <a:ext cx="26797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2" name="直接箭头连接符 1871">
            <a:extLst>
              <a:ext uri="{FF2B5EF4-FFF2-40B4-BE49-F238E27FC236}">
                <a16:creationId xmlns:a16="http://schemas.microsoft.com/office/drawing/2014/main" id="{214407F2-9A89-A063-4A91-BC16B4305460}"/>
              </a:ext>
            </a:extLst>
          </p:cNvPr>
          <p:cNvCxnSpPr/>
          <p:nvPr/>
        </p:nvCxnSpPr>
        <p:spPr>
          <a:xfrm flipV="1">
            <a:off x="12144417" y="8787654"/>
            <a:ext cx="1189355" cy="3810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3" name="文本框 1872">
            <a:extLst>
              <a:ext uri="{FF2B5EF4-FFF2-40B4-BE49-F238E27FC236}">
                <a16:creationId xmlns:a16="http://schemas.microsoft.com/office/drawing/2014/main" id="{A9A23AD4-EB0B-5C5F-6917-FBCE62E5470D}"/>
              </a:ext>
            </a:extLst>
          </p:cNvPr>
          <p:cNvSpPr txBox="1"/>
          <p:nvPr/>
        </p:nvSpPr>
        <p:spPr>
          <a:xfrm>
            <a:off x="12306977" y="8344424"/>
            <a:ext cx="7200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FC</a:t>
            </a:r>
          </a:p>
        </p:txBody>
      </p:sp>
      <p:cxnSp>
        <p:nvCxnSpPr>
          <p:cNvPr id="1874" name="直接箭头连接符 1873">
            <a:extLst>
              <a:ext uri="{FF2B5EF4-FFF2-40B4-BE49-F238E27FC236}">
                <a16:creationId xmlns:a16="http://schemas.microsoft.com/office/drawing/2014/main" id="{76D65CF5-02D0-B12F-1C52-EF1D824097A5}"/>
              </a:ext>
            </a:extLst>
          </p:cNvPr>
          <p:cNvCxnSpPr/>
          <p:nvPr/>
        </p:nvCxnSpPr>
        <p:spPr>
          <a:xfrm flipH="1">
            <a:off x="14375807" y="6915039"/>
            <a:ext cx="5715" cy="1051560"/>
          </a:xfrm>
          <a:prstGeom prst="straightConnector1">
            <a:avLst/>
          </a:prstGeom>
          <a:ln w="28575">
            <a:solidFill>
              <a:srgbClr val="E61B1B"/>
            </a:solidFill>
            <a:prstDash val="solid"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5" name="直接箭头连接符 1874">
            <a:extLst>
              <a:ext uri="{FF2B5EF4-FFF2-40B4-BE49-F238E27FC236}">
                <a16:creationId xmlns:a16="http://schemas.microsoft.com/office/drawing/2014/main" id="{029B5D5B-FADF-CA7C-E934-A01797A26D25}"/>
              </a:ext>
            </a:extLst>
          </p:cNvPr>
          <p:cNvCxnSpPr/>
          <p:nvPr/>
        </p:nvCxnSpPr>
        <p:spPr>
          <a:xfrm>
            <a:off x="14281192" y="1984899"/>
            <a:ext cx="9525" cy="485775"/>
          </a:xfrm>
          <a:prstGeom prst="straightConnector1">
            <a:avLst/>
          </a:prstGeom>
          <a:ln w="28575">
            <a:solidFill>
              <a:srgbClr val="E61B1B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6" name="直接箭头连接符 1875">
            <a:extLst>
              <a:ext uri="{FF2B5EF4-FFF2-40B4-BE49-F238E27FC236}">
                <a16:creationId xmlns:a16="http://schemas.microsoft.com/office/drawing/2014/main" id="{CE821117-E64D-4720-558D-464927D9AE0E}"/>
              </a:ext>
            </a:extLst>
          </p:cNvPr>
          <p:cNvCxnSpPr/>
          <p:nvPr/>
        </p:nvCxnSpPr>
        <p:spPr>
          <a:xfrm flipH="1">
            <a:off x="14325007" y="3935619"/>
            <a:ext cx="1270" cy="35052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7" name="直接箭头连接符 1876">
            <a:extLst>
              <a:ext uri="{FF2B5EF4-FFF2-40B4-BE49-F238E27FC236}">
                <a16:creationId xmlns:a16="http://schemas.microsoft.com/office/drawing/2014/main" id="{F3CA4AAC-2420-993B-066C-6C16589EEB03}"/>
              </a:ext>
            </a:extLst>
          </p:cNvPr>
          <p:cNvCxnSpPr>
            <a:stCxn id="1886" idx="2"/>
            <a:endCxn id="1826" idx="0"/>
          </p:cNvCxnSpPr>
          <p:nvPr/>
        </p:nvCxnSpPr>
        <p:spPr>
          <a:xfrm>
            <a:off x="14319610" y="4639834"/>
            <a:ext cx="6667" cy="61468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8" name="直接箭头连接符 1877">
            <a:extLst>
              <a:ext uri="{FF2B5EF4-FFF2-40B4-BE49-F238E27FC236}">
                <a16:creationId xmlns:a16="http://schemas.microsoft.com/office/drawing/2014/main" id="{2624D7FC-82A0-B13C-10D6-8F01C65D47B4}"/>
              </a:ext>
            </a:extLst>
          </p:cNvPr>
          <p:cNvCxnSpPr/>
          <p:nvPr/>
        </p:nvCxnSpPr>
        <p:spPr>
          <a:xfrm>
            <a:off x="8172492" y="8661289"/>
            <a:ext cx="381000" cy="190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9" name="直接箭头连接符 1878">
            <a:extLst>
              <a:ext uri="{FF2B5EF4-FFF2-40B4-BE49-F238E27FC236}">
                <a16:creationId xmlns:a16="http://schemas.microsoft.com/office/drawing/2014/main" id="{010208C7-4C3E-3B39-5467-FB6DC6785CDA}"/>
              </a:ext>
            </a:extLst>
          </p:cNvPr>
          <p:cNvCxnSpPr/>
          <p:nvPr/>
        </p:nvCxnSpPr>
        <p:spPr>
          <a:xfrm>
            <a:off x="8172492" y="8785749"/>
            <a:ext cx="381000" cy="190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0" name="直接箭头连接符 1879">
            <a:extLst>
              <a:ext uri="{FF2B5EF4-FFF2-40B4-BE49-F238E27FC236}">
                <a16:creationId xmlns:a16="http://schemas.microsoft.com/office/drawing/2014/main" id="{F568620B-9CE4-98B8-4CB7-DEA853F48639}"/>
              </a:ext>
            </a:extLst>
          </p:cNvPr>
          <p:cNvCxnSpPr/>
          <p:nvPr/>
        </p:nvCxnSpPr>
        <p:spPr>
          <a:xfrm>
            <a:off x="10194967" y="8659384"/>
            <a:ext cx="381000" cy="190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1" name="直接箭头连接符 1880">
            <a:extLst>
              <a:ext uri="{FF2B5EF4-FFF2-40B4-BE49-F238E27FC236}">
                <a16:creationId xmlns:a16="http://schemas.microsoft.com/office/drawing/2014/main" id="{D5AE6B8A-0389-8DB6-82CF-20373269457E}"/>
              </a:ext>
            </a:extLst>
          </p:cNvPr>
          <p:cNvCxnSpPr/>
          <p:nvPr/>
        </p:nvCxnSpPr>
        <p:spPr>
          <a:xfrm>
            <a:off x="10194967" y="8783844"/>
            <a:ext cx="381000" cy="190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3" name="直接箭头连接符 1882">
            <a:extLst>
              <a:ext uri="{FF2B5EF4-FFF2-40B4-BE49-F238E27FC236}">
                <a16:creationId xmlns:a16="http://schemas.microsoft.com/office/drawing/2014/main" id="{82AD14BA-373C-132A-801A-FB0B0CED8877}"/>
              </a:ext>
            </a:extLst>
          </p:cNvPr>
          <p:cNvCxnSpPr/>
          <p:nvPr/>
        </p:nvCxnSpPr>
        <p:spPr>
          <a:xfrm>
            <a:off x="5153067" y="2187464"/>
            <a:ext cx="1479550" cy="4445"/>
          </a:xfrm>
          <a:prstGeom prst="straightConnector1">
            <a:avLst/>
          </a:prstGeom>
          <a:ln w="28575">
            <a:solidFill>
              <a:srgbClr val="FF0000"/>
            </a:solidFill>
            <a:headEnd type="arrow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4" name="文本框 1883">
            <a:extLst>
              <a:ext uri="{FF2B5EF4-FFF2-40B4-BE49-F238E27FC236}">
                <a16:creationId xmlns:a16="http://schemas.microsoft.com/office/drawing/2014/main" id="{17B30F7F-E7DF-1F07-70E2-45D851196590}"/>
              </a:ext>
            </a:extLst>
          </p:cNvPr>
          <p:cNvSpPr txBox="1"/>
          <p:nvPr/>
        </p:nvSpPr>
        <p:spPr>
          <a:xfrm>
            <a:off x="14473597" y="2056654"/>
            <a:ext cx="80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latin typeface="Lucida Calligraphy" panose="03010101010101010101" charset="0"/>
                <a:cs typeface="Lucida Calligraphy" panose="03010101010101010101" charset="0"/>
              </a:rPr>
              <a:t>L</a:t>
            </a:r>
            <a:r>
              <a:rPr lang="en-US" altLang="zh-CN" b="1" baseline="-25000">
                <a:latin typeface="Times New Roman" panose="02020603050405020304" charset="0"/>
                <a:cs typeface="Times New Roman" panose="02020603050405020304" charset="0"/>
              </a:rPr>
              <a:t>sp</a:t>
            </a:r>
            <a:r>
              <a:rPr lang="en-US" altLang="zh-CN" b="1">
                <a:latin typeface="Times New Roman" panose="02020603050405020304" charset="0"/>
                <a:cs typeface="Times New Roman" panose="02020603050405020304" charset="0"/>
              </a:rPr>
              <a:t>(·)</a:t>
            </a:r>
            <a:endParaRPr lang="zh-CN" altLang="en-US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85" name="文本框 1884">
            <a:extLst>
              <a:ext uri="{FF2B5EF4-FFF2-40B4-BE49-F238E27FC236}">
                <a16:creationId xmlns:a16="http://schemas.microsoft.com/office/drawing/2014/main" id="{E95925BF-49B4-6824-00BB-764EAA0E7E43}"/>
              </a:ext>
            </a:extLst>
          </p:cNvPr>
          <p:cNvSpPr txBox="1"/>
          <p:nvPr/>
        </p:nvSpPr>
        <p:spPr>
          <a:xfrm>
            <a:off x="13495697" y="7257939"/>
            <a:ext cx="800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err="1">
                <a:latin typeface="Lucida Calligraphy" panose="03010101010101010101" charset="0"/>
                <a:cs typeface="Lucida Calligraphy" panose="03010101010101010101" charset="0"/>
              </a:rPr>
              <a:t>L</a:t>
            </a:r>
            <a:r>
              <a:rPr lang="en-US" altLang="zh-CN" b="1" baseline="-25000" dirty="0" err="1">
                <a:latin typeface="Times New Roman" panose="02020603050405020304" charset="0"/>
                <a:cs typeface="Times New Roman" panose="02020603050405020304" charset="0"/>
              </a:rPr>
              <a:t>sp</a:t>
            </a:r>
            <a:r>
              <a:rPr lang="en-US" altLang="zh-CN" b="1" dirty="0">
                <a:latin typeface="Times New Roman" panose="02020603050405020304" charset="0"/>
                <a:cs typeface="Times New Roman" panose="02020603050405020304" charset="0"/>
              </a:rPr>
              <a:t>(·)</a:t>
            </a:r>
            <a:endParaRPr lang="zh-CN" altLang="en-US" b="1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886" name="圆角矩形 7">
            <a:extLst>
              <a:ext uri="{FF2B5EF4-FFF2-40B4-BE49-F238E27FC236}">
                <a16:creationId xmlns:a16="http://schemas.microsoft.com/office/drawing/2014/main" id="{A3BDC4D6-08FF-676C-97D5-9FA704329BAA}"/>
              </a:ext>
            </a:extLst>
          </p:cNvPr>
          <p:cNvSpPr/>
          <p:nvPr/>
        </p:nvSpPr>
        <p:spPr>
          <a:xfrm>
            <a:off x="13776367" y="4235974"/>
            <a:ext cx="1086485" cy="403860"/>
          </a:xfrm>
          <a:prstGeom prst="roundRect">
            <a:avLst/>
          </a:prstGeom>
          <a:solidFill>
            <a:srgbClr val="FFFF00"/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87" name="直接箭头连接符 1886">
            <a:extLst>
              <a:ext uri="{FF2B5EF4-FFF2-40B4-BE49-F238E27FC236}">
                <a16:creationId xmlns:a16="http://schemas.microsoft.com/office/drawing/2014/main" id="{4B904F8E-8001-A359-BBFA-831D14C5E049}"/>
              </a:ext>
            </a:extLst>
          </p:cNvPr>
          <p:cNvCxnSpPr/>
          <p:nvPr/>
        </p:nvCxnSpPr>
        <p:spPr>
          <a:xfrm>
            <a:off x="1129072" y="7419229"/>
            <a:ext cx="723900" cy="5080"/>
          </a:xfrm>
          <a:prstGeom prst="straightConnector1">
            <a:avLst/>
          </a:prstGeom>
          <a:ln w="28575">
            <a:solidFill>
              <a:schemeClr val="tx1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8" name="文本框 1887">
            <a:extLst>
              <a:ext uri="{FF2B5EF4-FFF2-40B4-BE49-F238E27FC236}">
                <a16:creationId xmlns:a16="http://schemas.microsoft.com/office/drawing/2014/main" id="{77D5A5B1-25FC-1235-AA1E-BDC55F77B78A}"/>
              </a:ext>
            </a:extLst>
          </p:cNvPr>
          <p:cNvSpPr txBox="1"/>
          <p:nvPr/>
        </p:nvSpPr>
        <p:spPr>
          <a:xfrm>
            <a:off x="1852972" y="7201424"/>
            <a:ext cx="2728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Times New Roman" panose="02020603050405020304" charset="0"/>
                <a:cs typeface="Times New Roman" panose="02020603050405020304" charset="0"/>
              </a:rPr>
              <a:t>: DATA FLOW</a:t>
            </a:r>
          </a:p>
        </p:txBody>
      </p:sp>
      <p:cxnSp>
        <p:nvCxnSpPr>
          <p:cNvPr id="1889" name="直接箭头连接符 1888">
            <a:extLst>
              <a:ext uri="{FF2B5EF4-FFF2-40B4-BE49-F238E27FC236}">
                <a16:creationId xmlns:a16="http://schemas.microsoft.com/office/drawing/2014/main" id="{DDD373BB-6D3F-DC20-E836-8D61312E7EF8}"/>
              </a:ext>
            </a:extLst>
          </p:cNvPr>
          <p:cNvCxnSpPr/>
          <p:nvPr/>
        </p:nvCxnSpPr>
        <p:spPr>
          <a:xfrm>
            <a:off x="1129072" y="7996444"/>
            <a:ext cx="723900" cy="5080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0" name="文本框 1889">
            <a:extLst>
              <a:ext uri="{FF2B5EF4-FFF2-40B4-BE49-F238E27FC236}">
                <a16:creationId xmlns:a16="http://schemas.microsoft.com/office/drawing/2014/main" id="{B0279B49-AF1F-8E59-119D-5AAB4EB219A4}"/>
              </a:ext>
            </a:extLst>
          </p:cNvPr>
          <p:cNvSpPr txBox="1"/>
          <p:nvPr/>
        </p:nvSpPr>
        <p:spPr>
          <a:xfrm>
            <a:off x="1852972" y="7778639"/>
            <a:ext cx="272859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: GRADIENT FLOW</a:t>
            </a:r>
          </a:p>
        </p:txBody>
      </p:sp>
      <p:cxnSp>
        <p:nvCxnSpPr>
          <p:cNvPr id="1891" name="直接箭头连接符 1890">
            <a:extLst>
              <a:ext uri="{FF2B5EF4-FFF2-40B4-BE49-F238E27FC236}">
                <a16:creationId xmlns:a16="http://schemas.microsoft.com/office/drawing/2014/main" id="{1EC7C697-985A-A583-667A-5CDC4CFD4B79}"/>
              </a:ext>
            </a:extLst>
          </p:cNvPr>
          <p:cNvCxnSpPr/>
          <p:nvPr/>
        </p:nvCxnSpPr>
        <p:spPr>
          <a:xfrm>
            <a:off x="1129072" y="8533654"/>
            <a:ext cx="723900" cy="5080"/>
          </a:xfrm>
          <a:prstGeom prst="straightConnector1">
            <a:avLst/>
          </a:prstGeom>
          <a:ln w="28575">
            <a:solidFill>
              <a:schemeClr val="tx1"/>
            </a:solidFill>
            <a:prstDash val="dash"/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2" name="文本框 1891">
            <a:extLst>
              <a:ext uri="{FF2B5EF4-FFF2-40B4-BE49-F238E27FC236}">
                <a16:creationId xmlns:a16="http://schemas.microsoft.com/office/drawing/2014/main" id="{C33DA68E-F94D-0CCB-740D-528D76C4D1AE}"/>
              </a:ext>
            </a:extLst>
          </p:cNvPr>
          <p:cNvSpPr txBox="1"/>
          <p:nvPr/>
        </p:nvSpPr>
        <p:spPr>
          <a:xfrm>
            <a:off x="1852972" y="8315849"/>
            <a:ext cx="30295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Times New Roman" panose="02020603050405020304" charset="0"/>
                <a:cs typeface="Times New Roman" panose="02020603050405020304" charset="0"/>
              </a:rPr>
              <a:t>: SUPERVISION FLOW</a:t>
            </a:r>
          </a:p>
        </p:txBody>
      </p:sp>
      <p:sp>
        <p:nvSpPr>
          <p:cNvPr id="1893" name="矩形 1892">
            <a:extLst>
              <a:ext uri="{FF2B5EF4-FFF2-40B4-BE49-F238E27FC236}">
                <a16:creationId xmlns:a16="http://schemas.microsoft.com/office/drawing/2014/main" id="{4ADF825D-E934-9CC9-CF1B-76E821B34111}"/>
              </a:ext>
            </a:extLst>
          </p:cNvPr>
          <p:cNvSpPr/>
          <p:nvPr/>
        </p:nvSpPr>
        <p:spPr>
          <a:xfrm>
            <a:off x="720767" y="6949964"/>
            <a:ext cx="4533900" cy="2076450"/>
          </a:xfrm>
          <a:prstGeom prst="rect">
            <a:avLst/>
          </a:prstGeom>
          <a:noFill/>
          <a:ln w="3810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894" name="直接箭头连接符 1893">
            <a:extLst>
              <a:ext uri="{FF2B5EF4-FFF2-40B4-BE49-F238E27FC236}">
                <a16:creationId xmlns:a16="http://schemas.microsoft.com/office/drawing/2014/main" id="{7C5B5A55-D12A-0756-EDF2-7C19C04853BA}"/>
              </a:ext>
            </a:extLst>
          </p:cNvPr>
          <p:cNvCxnSpPr/>
          <p:nvPr/>
        </p:nvCxnSpPr>
        <p:spPr>
          <a:xfrm>
            <a:off x="8067717" y="2051574"/>
            <a:ext cx="344170" cy="254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5" name="直接箭头连接符 1894">
            <a:extLst>
              <a:ext uri="{FF2B5EF4-FFF2-40B4-BE49-F238E27FC236}">
                <a16:creationId xmlns:a16="http://schemas.microsoft.com/office/drawing/2014/main" id="{474AED82-5C61-06A6-7573-C786EC1A62E8}"/>
              </a:ext>
            </a:extLst>
          </p:cNvPr>
          <p:cNvCxnSpPr/>
          <p:nvPr/>
        </p:nvCxnSpPr>
        <p:spPr>
          <a:xfrm flipH="1">
            <a:off x="10127022" y="2187464"/>
            <a:ext cx="407035" cy="444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6" name="直接箭头连接符 1895">
            <a:extLst>
              <a:ext uri="{FF2B5EF4-FFF2-40B4-BE49-F238E27FC236}">
                <a16:creationId xmlns:a16="http://schemas.microsoft.com/office/drawing/2014/main" id="{29266F5B-E725-A42F-9DA4-86C8E9D63765}"/>
              </a:ext>
            </a:extLst>
          </p:cNvPr>
          <p:cNvCxnSpPr/>
          <p:nvPr/>
        </p:nvCxnSpPr>
        <p:spPr>
          <a:xfrm flipH="1">
            <a:off x="9394232" y="7223014"/>
            <a:ext cx="3810" cy="3771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897" name="对象 1896">
            <a:hlinkClick r:id="" action="ppaction://ole?verb=0"/>
            <a:extLst>
              <a:ext uri="{FF2B5EF4-FFF2-40B4-BE49-F238E27FC236}">
                <a16:creationId xmlns:a16="http://schemas.microsoft.com/office/drawing/2014/main" id="{33665227-728B-C13B-11C3-419B095379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181288"/>
              </p:ext>
            </p:extLst>
          </p:nvPr>
        </p:nvGraphicFramePr>
        <p:xfrm>
          <a:off x="6933607" y="6314964"/>
          <a:ext cx="831850" cy="38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6" imgW="520700" imgH="241300" progId="Equation.KSEE3">
                  <p:embed/>
                </p:oleObj>
              </mc:Choice>
              <mc:Fallback>
                <p:oleObj r:id="rId26" imgW="520700" imgH="241300" progId="Equation.KSEE3">
                  <p:embed/>
                  <p:pic>
                    <p:nvPicPr>
                      <p:cNvPr id="3" name="对象 2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6933607" y="6314964"/>
                        <a:ext cx="831850" cy="385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8" name="对象 1897">
            <a:hlinkClick r:id="" action="ppaction://ole?verb=0"/>
            <a:extLst>
              <a:ext uri="{FF2B5EF4-FFF2-40B4-BE49-F238E27FC236}">
                <a16:creationId xmlns:a16="http://schemas.microsoft.com/office/drawing/2014/main" id="{133A59EA-D451-2DC7-F553-DD7619FC1F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987604"/>
              </p:ext>
            </p:extLst>
          </p:nvPr>
        </p:nvGraphicFramePr>
        <p:xfrm>
          <a:off x="10777262" y="6328299"/>
          <a:ext cx="1134745" cy="378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8" imgW="723900" imgH="241300" progId="Equation.KSEE3">
                  <p:embed/>
                </p:oleObj>
              </mc:Choice>
              <mc:Fallback>
                <p:oleObj r:id="rId28" imgW="723900" imgH="241300" progId="Equation.KSEE3">
                  <p:embed/>
                  <p:pic>
                    <p:nvPicPr>
                      <p:cNvPr id="6" name="对象 5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0777262" y="6328299"/>
                        <a:ext cx="1134745" cy="378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9" name="对象 1898">
            <a:hlinkClick r:id="" action="ppaction://ole?verb=0"/>
            <a:extLst>
              <a:ext uri="{FF2B5EF4-FFF2-40B4-BE49-F238E27FC236}">
                <a16:creationId xmlns:a16="http://schemas.microsoft.com/office/drawing/2014/main" id="{A6E75043-CFB8-B939-FEDE-58224BF2FC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9863859"/>
              </p:ext>
            </p:extLst>
          </p:nvPr>
        </p:nvGraphicFramePr>
        <p:xfrm>
          <a:off x="13903367" y="4264549"/>
          <a:ext cx="831850" cy="3854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0" imgW="520700" imgH="241300" progId="Equation.KSEE3">
                  <p:embed/>
                </p:oleObj>
              </mc:Choice>
              <mc:Fallback>
                <p:oleObj r:id="rId30" imgW="520700" imgH="241300" progId="Equation.KSEE3">
                  <p:embed/>
                  <p:pic>
                    <p:nvPicPr>
                      <p:cNvPr id="9" name="对象 8">
                        <a:hlinkClick r:id="" action="ppaction://ole?verb=0"/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13903367" y="4264549"/>
                        <a:ext cx="831850" cy="3854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00" name="组合 1899">
            <a:extLst>
              <a:ext uri="{FF2B5EF4-FFF2-40B4-BE49-F238E27FC236}">
                <a16:creationId xmlns:a16="http://schemas.microsoft.com/office/drawing/2014/main" id="{A768FB54-4BCE-A6BC-505A-07AAD1BE983E}"/>
              </a:ext>
            </a:extLst>
          </p:cNvPr>
          <p:cNvGrpSpPr/>
          <p:nvPr/>
        </p:nvGrpSpPr>
        <p:grpSpPr>
          <a:xfrm>
            <a:off x="8163219" y="3482478"/>
            <a:ext cx="2419666" cy="1772036"/>
            <a:chOff x="5063" y="4312"/>
            <a:chExt cx="4673" cy="3538"/>
          </a:xfrm>
        </p:grpSpPr>
        <p:grpSp>
          <p:nvGrpSpPr>
            <p:cNvPr id="1901" name="组合 1900">
              <a:extLst>
                <a:ext uri="{FF2B5EF4-FFF2-40B4-BE49-F238E27FC236}">
                  <a16:creationId xmlns:a16="http://schemas.microsoft.com/office/drawing/2014/main" id="{31AE974B-309A-3DC2-E654-10A53AE0B84F}"/>
                </a:ext>
              </a:extLst>
            </p:cNvPr>
            <p:cNvGrpSpPr/>
            <p:nvPr/>
          </p:nvGrpSpPr>
          <p:grpSpPr>
            <a:xfrm>
              <a:off x="5063" y="4363"/>
              <a:ext cx="4673" cy="3487"/>
              <a:chOff x="9532" y="3252"/>
              <a:chExt cx="2865" cy="2524"/>
            </a:xfrm>
            <a:solidFill>
              <a:schemeClr val="bg2">
                <a:lumMod val="90000"/>
              </a:schemeClr>
            </a:solidFill>
          </p:grpSpPr>
          <p:sp>
            <p:nvSpPr>
              <p:cNvPr id="1903" name="圆角矩形 67">
                <a:extLst>
                  <a:ext uri="{FF2B5EF4-FFF2-40B4-BE49-F238E27FC236}">
                    <a16:creationId xmlns:a16="http://schemas.microsoft.com/office/drawing/2014/main" id="{FF739DA5-3305-132C-C1D9-D0E56586CFA8}"/>
                  </a:ext>
                </a:extLst>
              </p:cNvPr>
              <p:cNvSpPr/>
              <p:nvPr/>
            </p:nvSpPr>
            <p:spPr>
              <a:xfrm>
                <a:off x="9532" y="3252"/>
                <a:ext cx="2865" cy="2524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4" name="文本框 1903">
                <a:extLst>
                  <a:ext uri="{FF2B5EF4-FFF2-40B4-BE49-F238E27FC236}">
                    <a16:creationId xmlns:a16="http://schemas.microsoft.com/office/drawing/2014/main" id="{D70C8DF8-CE0E-CE52-67BA-4449D9FA7277}"/>
                  </a:ext>
                </a:extLst>
              </p:cNvPr>
              <p:cNvSpPr txBox="1"/>
              <p:nvPr/>
            </p:nvSpPr>
            <p:spPr>
              <a:xfrm>
                <a:off x="10556" y="5244"/>
                <a:ext cx="811" cy="4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rtlCol="0">
                <a:noAutofit/>
              </a:bodyPr>
              <a:lstStyle/>
              <a:p>
                <a:pPr algn="ctr"/>
                <a:r>
                  <a:rPr lang="en-US" altLang="zh-CN" b="1" i="1" dirty="0">
                    <a:latin typeface="Times New Roman" panose="02020603050405020304" charset="0"/>
                    <a:cs typeface="Times New Roman" panose="02020603050405020304" charset="0"/>
                  </a:rPr>
                  <a:t>Q</a:t>
                </a:r>
                <a:endParaRPr lang="en-US" altLang="zh-CN" b="1" i="1" baseline="-25000" dirty="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pic>
            <p:nvPicPr>
              <p:cNvPr id="1905" name="图片 1904" descr="randomblack_01">
                <a:extLst>
                  <a:ext uri="{FF2B5EF4-FFF2-40B4-BE49-F238E27FC236}">
                    <a16:creationId xmlns:a16="http://schemas.microsoft.com/office/drawing/2014/main" id="{A9C9E5D9-3040-6009-A780-4CE3AC90B7F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0083" y="4058"/>
                <a:ext cx="1782" cy="1321"/>
              </a:xfrm>
              <a:prstGeom prst="rect">
                <a:avLst/>
              </a:prstGeom>
              <a:grpFill/>
              <a:ln>
                <a:noFill/>
              </a:ln>
            </p:spPr>
          </p:pic>
        </p:grpSp>
        <p:sp>
          <p:nvSpPr>
            <p:cNvPr id="1902" name="文本框 1901">
              <a:extLst>
                <a:ext uri="{FF2B5EF4-FFF2-40B4-BE49-F238E27FC236}">
                  <a16:creationId xmlns:a16="http://schemas.microsoft.com/office/drawing/2014/main" id="{E84EA91E-32E9-295A-E7BE-F36E569CE714}"/>
                </a:ext>
              </a:extLst>
            </p:cNvPr>
            <p:cNvSpPr txBox="1"/>
            <p:nvPr/>
          </p:nvSpPr>
          <p:spPr>
            <a:xfrm>
              <a:off x="5064" y="4312"/>
              <a:ext cx="4579" cy="7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b="1"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Pixel-to-Superpixel Affinity Matrix</a:t>
              </a:r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  <a:p>
              <a:pPr algn="ctr"/>
              <a:endParaRPr lang="en-US" altLang="zh-CN" b="1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687873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20.1,&quot;left&quot;:29.9,&quot;top&quot;:48.3,&quot;width&quot;:621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</TotalTime>
  <Words>61</Words>
  <Application>Microsoft Office PowerPoint</Application>
  <PresentationFormat>自定义</PresentationFormat>
  <Paragraphs>38</Paragraphs>
  <Slides>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Arial</vt:lpstr>
      <vt:lpstr>Calibri</vt:lpstr>
      <vt:lpstr>Calibri Light</vt:lpstr>
      <vt:lpstr>Lucida Calligraphy</vt:lpstr>
      <vt:lpstr>Times New Roman</vt:lpstr>
      <vt:lpstr>Office 主题​​</vt:lpstr>
      <vt:lpstr>Equation.KSEE3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workspace</dc:creator>
  <cp:lastModifiedBy>workspace</cp:lastModifiedBy>
  <cp:revision>2</cp:revision>
  <dcterms:created xsi:type="dcterms:W3CDTF">2025-12-29T14:21:07Z</dcterms:created>
  <dcterms:modified xsi:type="dcterms:W3CDTF">2025-12-30T12:03:20Z</dcterms:modified>
</cp:coreProperties>
</file>